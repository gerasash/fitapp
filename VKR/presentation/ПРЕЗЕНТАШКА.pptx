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4"/>
  </p:notesMasterIdLst>
  <p:sldIdLst>
    <p:sldId id="256" r:id="rId2"/>
    <p:sldId id="281" r:id="rId3"/>
    <p:sldId id="282" r:id="rId4"/>
    <p:sldId id="283" r:id="rId5"/>
    <p:sldId id="284" r:id="rId6"/>
    <p:sldId id="285" r:id="rId7"/>
    <p:sldId id="286" r:id="rId8"/>
    <p:sldId id="288" r:id="rId9"/>
    <p:sldId id="289" r:id="rId10"/>
    <p:sldId id="290" r:id="rId11"/>
    <p:sldId id="291" r:id="rId12"/>
    <p:sldId id="292" r:id="rId13"/>
    <p:sldId id="293" r:id="rId14"/>
    <p:sldId id="294" r:id="rId15"/>
    <p:sldId id="295" r:id="rId16"/>
    <p:sldId id="296" r:id="rId17"/>
    <p:sldId id="297" r:id="rId18"/>
    <p:sldId id="298"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Lst>
  <p:sldSz cx="12192000" cy="6858000"/>
  <p:notesSz cx="12192000" cy="6858000"/>
  <p:embeddedFontLst>
    <p:embeddedFont>
      <p:font typeface="Consolas" panose="020B0609020204030204" pitchFamily="49" charset="0"/>
      <p:regular r:id="rId45"/>
      <p:bold r:id="rId46"/>
      <p:italic r:id="rId47"/>
      <p:boldItalic r:id="rId48"/>
    </p:embeddedFont>
    <p:embeddedFont>
      <p:font typeface="Georgia" panose="02040502050405020303" pitchFamily="18" charset="0"/>
      <p:regular r:id="rId49"/>
      <p:bold r:id="rId50"/>
      <p:italic r:id="rId51"/>
      <p:boldItalic r:id="rId52"/>
    </p:embeddedFont>
    <p:embeddedFont>
      <p:font typeface="Montserrat" panose="00000500000000000000" pitchFamily="2" charset="-52"/>
      <p:regular r:id="rId53"/>
      <p:bold r:id="rId54"/>
      <p:italic r:id="rId55"/>
      <p:boldItalic r:id="rId56"/>
    </p:embeddedFont>
    <p:embeddedFont>
      <p:font typeface="Montserrat SemiBold" panose="00000700000000000000" pitchFamily="2" charset="-52"/>
      <p:bold r:id="rId57"/>
      <p:boldItalic r:id="rId58"/>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AB204471-B784-4DC2-B189-662B1D77BF70}">
          <p14:sldIdLst>
            <p14:sldId id="256"/>
            <p14:sldId id="281"/>
            <p14:sldId id="282"/>
            <p14:sldId id="283"/>
            <p14:sldId id="284"/>
            <p14:sldId id="285"/>
            <p14:sldId id="286"/>
            <p14:sldId id="288"/>
            <p14:sldId id="289"/>
            <p14:sldId id="290"/>
            <p14:sldId id="291"/>
            <p14:sldId id="292"/>
            <p14:sldId id="293"/>
            <p14:sldId id="294"/>
            <p14:sldId id="295"/>
            <p14:sldId id="296"/>
            <p14:sldId id="297"/>
            <p14:sldId id="298"/>
          </p14:sldIdLst>
        </p14:section>
        <p14:section name="Раздел без заголовка" id="{93ADDDDB-F80D-41B5-ADE6-3B61618E0D4B}">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99" autoAdjust="0"/>
    <p:restoredTop sz="94660"/>
  </p:normalViewPr>
  <p:slideViewPr>
    <p:cSldViewPr snapToGrid="0" showGuides="1">
      <p:cViewPr varScale="1">
        <p:scale>
          <a:sx n="116" d="100"/>
          <a:sy n="116" d="100"/>
        </p:scale>
        <p:origin x="437" y="82"/>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1.xml"/><Relationship Id="rId1" Type="http://schemas.microsoft.com/office/2011/relationships/chartStyle" Target="style1.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300" b="0" i="0" u="none" strike="noStrike">
                <a:solidFill>
                  <a:srgbClr val="372579"/>
                </a:solidFill>
                <a:latin typeface="Montserrat SemiBold"/>
              </a:defRPr>
            </a:pPr>
            <a:r>
              <a:rPr lang="ru-RU" sz="1300" b="0" i="0" u="none" strike="noStrike">
                <a:solidFill>
                  <a:srgbClr val="372579"/>
                </a:solidFill>
                <a:latin typeface="Montserrat SemiBold"/>
              </a:rPr>
              <a:t>Средняя ошибка прогноза 1ПМ (MAE, кг)</a:t>
            </a:r>
          </a:p>
        </c:rich>
      </c:tx>
      <c:overlay val="0"/>
    </c:title>
    <c:autoTitleDeleted val="0"/>
    <c:plotArea>
      <c:layout/>
      <c:barChart>
        <c:barDir val="col"/>
        <c:grouping val="clustered"/>
        <c:varyColors val="0"/>
        <c:ser>
          <c:idx val="0"/>
          <c:order val="0"/>
          <c:tx>
            <c:strRef>
              <c:f>Sheet1!$B$1</c:f>
              <c:strCache>
                <c:ptCount val="1"/>
                <c:pt idx="0">
                  <c:v>MAE (кг)</c:v>
                </c:pt>
              </c:strCache>
            </c:strRef>
          </c:tx>
          <c:spPr>
            <a:solidFill>
              <a:srgbClr val="8C64D8"/>
            </a:solidFill>
            <a:effectLst/>
          </c:spPr>
          <c:invertIfNegative val="0"/>
          <c:dPt>
            <c:idx val="0"/>
            <c:invertIfNegative val="0"/>
            <c:bubble3D val="0"/>
            <c:extLst>
              <c:ext xmlns:c16="http://schemas.microsoft.com/office/drawing/2014/chart" uri="{C3380CC4-5D6E-409C-BE32-E72D297353CC}">
                <c16:uniqueId val="{00000001-DFA9-4695-BBB1-DAABF6DE7709}"/>
              </c:ext>
            </c:extLst>
          </c:dPt>
          <c:dPt>
            <c:idx val="1"/>
            <c:invertIfNegative val="0"/>
            <c:bubble3D val="0"/>
            <c:spPr>
              <a:solidFill>
                <a:srgbClr val="47309C"/>
              </a:solidFill>
              <a:effectLst/>
            </c:spPr>
            <c:extLst>
              <c:ext xmlns:c16="http://schemas.microsoft.com/office/drawing/2014/chart" uri="{C3380CC4-5D6E-409C-BE32-E72D297353CC}">
                <c16:uniqueId val="{00000003-DFA9-4695-BBB1-DAABF6DE7709}"/>
              </c:ext>
            </c:extLst>
          </c:dPt>
          <c:dPt>
            <c:idx val="2"/>
            <c:invertIfNegative val="0"/>
            <c:bubble3D val="0"/>
            <c:spPr>
              <a:solidFill>
                <a:srgbClr val="E85362"/>
              </a:solidFill>
              <a:effectLst/>
            </c:spPr>
            <c:extLst>
              <c:ext xmlns:c16="http://schemas.microsoft.com/office/drawing/2014/chart" uri="{C3380CC4-5D6E-409C-BE32-E72D297353CC}">
                <c16:uniqueId val="{00000005-DFA9-4695-BBB1-DAABF6DE7709}"/>
              </c:ext>
            </c:extLst>
          </c:dPt>
          <c:dLbls>
            <c:numFmt formatCode="#,##0" sourceLinked="0"/>
            <c:spPr>
              <a:noFill/>
              <a:ln>
                <a:noFill/>
              </a:ln>
              <a:effectLst/>
            </c:spPr>
            <c:txPr>
              <a:bodyPr/>
              <a:lstStyle/>
              <a:p>
                <a:pPr>
                  <a:defRPr sz="1200" b="0" i="0" u="none" strike="noStrike">
                    <a:solidFill>
                      <a:srgbClr val="24184E"/>
                    </a:solidFill>
                    <a:latin typeface="Montserrat SemiBold"/>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Naive baseline</c:v>
                </c:pt>
                <c:pt idx="1">
                  <c:v>LinearRegression</c:v>
                </c:pt>
                <c:pt idx="2">
                  <c:v>LightGBM</c:v>
                </c:pt>
              </c:strCache>
            </c:strRef>
          </c:cat>
          <c:val>
            <c:numRef>
              <c:f>Sheet1!$B$2:$B$4</c:f>
              <c:numCache>
                <c:formatCode>General</c:formatCode>
                <c:ptCount val="3"/>
                <c:pt idx="0">
                  <c:v>2.359</c:v>
                </c:pt>
                <c:pt idx="1">
                  <c:v>2.1539999999999999</c:v>
                </c:pt>
                <c:pt idx="2">
                  <c:v>1.4370000000000001</c:v>
                </c:pt>
              </c:numCache>
            </c:numRef>
          </c:val>
          <c:extLst>
            <c:ext xmlns:c16="http://schemas.microsoft.com/office/drawing/2014/chart" uri="{C3380CC4-5D6E-409C-BE32-E72D297353CC}">
              <c16:uniqueId val="{00000006-DFA9-4695-BBB1-DAABF6DE770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4184E"/>
                </a:solidFill>
                <a:latin typeface="Montserrat"/>
              </a:defRPr>
            </a:pPr>
            <a:endParaRPr lang="ru-RU"/>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80"/>
                </a:solidFill>
                <a:latin typeface="Montserrat"/>
              </a:defRPr>
            </a:pPr>
            <a:endParaRPr lang="ru-RU"/>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300" b="0" i="0" u="none" strike="noStrike">
                <a:solidFill>
                  <a:srgbClr val="372579"/>
                </a:solidFill>
                <a:latin typeface="Montserrat SemiBold"/>
              </a:defRPr>
            </a:pPr>
            <a:r>
              <a:rPr lang="ru-RU" sz="1300" b="0" i="0" u="none" strike="noStrike">
                <a:solidFill>
                  <a:srgbClr val="372579"/>
                </a:solidFill>
                <a:latin typeface="Montserrat SemiBold"/>
              </a:rPr>
              <a:t>Средняя ошибка прогноза 1ПМ (MAE, кг)</a:t>
            </a:r>
          </a:p>
        </c:rich>
      </c:tx>
      <c:overlay val="0"/>
    </c:title>
    <c:autoTitleDeleted val="0"/>
    <c:plotArea>
      <c:layout/>
      <c:barChart>
        <c:barDir val="col"/>
        <c:grouping val="clustered"/>
        <c:varyColors val="0"/>
        <c:ser>
          <c:idx val="0"/>
          <c:order val="0"/>
          <c:tx>
            <c:strRef>
              <c:f>Sheet1!$B$1</c:f>
              <c:strCache>
                <c:ptCount val="1"/>
                <c:pt idx="0">
                  <c:v>MAE (кг)</c:v>
                </c:pt>
              </c:strCache>
            </c:strRef>
          </c:tx>
          <c:spPr>
            <a:solidFill>
              <a:srgbClr val="8C64D8"/>
            </a:solidFill>
            <a:effectLst/>
          </c:spPr>
          <c:invertIfNegative val="0"/>
          <c:dPt>
            <c:idx val="0"/>
            <c:invertIfNegative val="0"/>
            <c:bubble3D val="0"/>
            <c:extLst>
              <c:ext xmlns:c16="http://schemas.microsoft.com/office/drawing/2014/chart" uri="{C3380CC4-5D6E-409C-BE32-E72D297353CC}">
                <c16:uniqueId val="{00000001-DFA9-4695-BBB1-DAABF6DE7709}"/>
              </c:ext>
            </c:extLst>
          </c:dPt>
          <c:dPt>
            <c:idx val="1"/>
            <c:invertIfNegative val="0"/>
            <c:bubble3D val="0"/>
            <c:spPr>
              <a:solidFill>
                <a:srgbClr val="47309C"/>
              </a:solidFill>
              <a:effectLst/>
            </c:spPr>
            <c:extLst>
              <c:ext xmlns:c16="http://schemas.microsoft.com/office/drawing/2014/chart" uri="{C3380CC4-5D6E-409C-BE32-E72D297353CC}">
                <c16:uniqueId val="{00000003-DFA9-4695-BBB1-DAABF6DE7709}"/>
              </c:ext>
            </c:extLst>
          </c:dPt>
          <c:dPt>
            <c:idx val="2"/>
            <c:invertIfNegative val="0"/>
            <c:bubble3D val="0"/>
            <c:spPr>
              <a:solidFill>
                <a:srgbClr val="E85362"/>
              </a:solidFill>
              <a:effectLst/>
            </c:spPr>
            <c:extLst>
              <c:ext xmlns:c16="http://schemas.microsoft.com/office/drawing/2014/chart" uri="{C3380CC4-5D6E-409C-BE32-E72D297353CC}">
                <c16:uniqueId val="{00000005-DFA9-4695-BBB1-DAABF6DE7709}"/>
              </c:ext>
            </c:extLst>
          </c:dPt>
          <c:dLbls>
            <c:numFmt formatCode="#,##0" sourceLinked="0"/>
            <c:spPr>
              <a:noFill/>
              <a:ln>
                <a:noFill/>
              </a:ln>
              <a:effectLst/>
            </c:spPr>
            <c:txPr>
              <a:bodyPr/>
              <a:lstStyle/>
              <a:p>
                <a:pPr>
                  <a:defRPr sz="1200" b="0" i="0" u="none" strike="noStrike">
                    <a:solidFill>
                      <a:srgbClr val="24184E"/>
                    </a:solidFill>
                    <a:latin typeface="Montserrat SemiBold"/>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Naive baseline</c:v>
                </c:pt>
                <c:pt idx="1">
                  <c:v>LinearRegression</c:v>
                </c:pt>
                <c:pt idx="2">
                  <c:v>LightGBM</c:v>
                </c:pt>
              </c:strCache>
            </c:strRef>
          </c:cat>
          <c:val>
            <c:numRef>
              <c:f>Sheet1!$B$2:$B$4</c:f>
              <c:numCache>
                <c:formatCode>General</c:formatCode>
                <c:ptCount val="3"/>
                <c:pt idx="0">
                  <c:v>2.359</c:v>
                </c:pt>
                <c:pt idx="1">
                  <c:v>2.1539999999999999</c:v>
                </c:pt>
                <c:pt idx="2">
                  <c:v>1.4370000000000001</c:v>
                </c:pt>
              </c:numCache>
            </c:numRef>
          </c:val>
          <c:extLst>
            <c:ext xmlns:c16="http://schemas.microsoft.com/office/drawing/2014/chart" uri="{C3380CC4-5D6E-409C-BE32-E72D297353CC}">
              <c16:uniqueId val="{00000006-DFA9-4695-BBB1-DAABF6DE770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4184E"/>
                </a:solidFill>
                <a:latin typeface="Montserrat"/>
              </a:defRPr>
            </a:pPr>
            <a:endParaRPr lang="ru-RU"/>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80"/>
                </a:solidFill>
                <a:latin typeface="Montserrat"/>
              </a:defRPr>
            </a:pPr>
            <a:endParaRPr lang="ru-RU"/>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2150" b="1" i="0" u="none" strike="noStrike" cap="all" baseline="0">
                <a:solidFill>
                  <a:schemeClr val="tx1">
                    <a:lumMod val="65000"/>
                    <a:lumOff val="35000"/>
                  </a:schemeClr>
                </a:solidFill>
                <a:latin typeface="+mn-lt"/>
                <a:ea typeface="+mn-ea"/>
                <a:cs typeface="+mn-cs"/>
              </a:defRPr>
            </a:pPr>
            <a:r>
              <a:rPr lang="ru-RU" sz="1800">
                <a:solidFill>
                  <a:schemeClr val="tx1"/>
                </a:solidFill>
              </a:rPr>
              <a:t>Название диаграммы</a:t>
            </a:r>
            <a:endParaRPr lang="ru-RU"/>
          </a:p>
        </c:rich>
      </c:tx>
      <c:layout>
        <c:manualLayout>
          <c:xMode val="edge"/>
          <c:yMode val="edge"/>
          <c:x val="0.189528"/>
          <c:y val="0"/>
        </c:manualLayout>
      </c:layout>
      <c:overlay val="0"/>
      <c:spPr>
        <a:prstGeom prst="rect">
          <a:avLst/>
        </a:prstGeom>
        <a:noFill/>
        <a:ln>
          <a:noFill/>
        </a:ln>
        <a:effectLst/>
      </c:spPr>
    </c:title>
    <c:autoTitleDeleted val="0"/>
    <c:plotArea>
      <c:layout/>
      <c:pieChart>
        <c:varyColors val="1"/>
        <c:ser>
          <c:idx val="0"/>
          <c:order val="0"/>
          <c:dPt>
            <c:idx val="0"/>
            <c:bubble3D val="0"/>
            <c:spPr>
              <a:prstGeom prst="rect">
                <a:avLst/>
              </a:prstGeom>
              <a:solidFill>
                <a:schemeClr val="accent2">
                  <a:lumMod val="9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6258-413F-A6DD-0D1FA28A13A0}"/>
              </c:ext>
            </c:extLst>
          </c:dPt>
          <c:dPt>
            <c:idx val="1"/>
            <c:bubble3D val="0"/>
            <c:spPr>
              <a:prstGeom prst="rect">
                <a:avLst/>
              </a:prstGeom>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6258-413F-A6DD-0D1FA28A13A0}"/>
              </c:ext>
            </c:extLst>
          </c:dPt>
          <c:dPt>
            <c:idx val="2"/>
            <c:bubble3D val="0"/>
            <c:spPr>
              <a:prstGeom prst="rect">
                <a:avLst/>
              </a:prstGeom>
              <a:solidFill>
                <a:schemeClr val="accent2">
                  <a:tint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6258-413F-A6DD-0D1FA28A13A0}"/>
              </c:ext>
            </c:extLst>
          </c:dPt>
          <c:dLbls>
            <c:dLbl>
              <c:idx val="0"/>
              <c:tx>
                <c:rich>
                  <a:bodyPr rot="0" spcFirstLastPara="1" vertOverflow="ellipsis" vert="horz" wrap="square" lIns="38100" tIns="19050" rIns="38100" bIns="19050" anchor="ctr" anchorCtr="1">
                    <a:spAutoFit/>
                  </a:bodyPr>
                  <a:lstStyle/>
                  <a:p>
                    <a:pPr>
                      <a:defRPr sz="1350" b="1" i="0" u="none" strike="noStrike" spc="0" baseline="0">
                        <a:solidFill>
                          <a:schemeClr val="accent2"/>
                        </a:solidFill>
                        <a:latin typeface="+mn-lt"/>
                        <a:ea typeface="+mn-ea"/>
                        <a:cs typeface="+mn-cs"/>
                      </a:defRPr>
                    </a:pPr>
                    <a:fld id="{0DE20793-BA37-4270-952B-8F307C40A86D}" type="CATEGORYNAME">
                      <a:rPr lang="en-US">
                        <a:solidFill>
                          <a:schemeClr val="tx1"/>
                        </a:solidFill>
                      </a:rPr>
                      <a:pPr>
                        <a:defRPr sz="1350" b="1" i="0" u="none" strike="noStrike" spc="0" baseline="0">
                          <a:solidFill>
                            <a:schemeClr val="accent2"/>
                          </a:solidFill>
                          <a:latin typeface="+mn-lt"/>
                          <a:ea typeface="+mn-ea"/>
                          <a:cs typeface="+mn-cs"/>
                        </a:defRPr>
                      </a:pPr>
                      <a:t>[ИМЯ КАТЕГОРИИ]</a:t>
                    </a:fld>
                    <a:br>
                      <a:rPr lang="en-US"/>
                    </a:br>
                    <a:fld id="{F5CE4ADA-15A9-41B1-8601-0A8ACBB2E209}" type="PERCENTAGE">
                      <a:rPr lang="en-US">
                        <a:solidFill>
                          <a:schemeClr val="tx1"/>
                        </a:solidFill>
                      </a:rPr>
                      <a:pPr>
                        <a:defRPr sz="1350" b="1" i="0" u="none" strike="noStrike" spc="0" baseline="0">
                          <a:solidFill>
                            <a:schemeClr val="accent2"/>
                          </a:solidFill>
                          <a:latin typeface="+mn-lt"/>
                          <a:ea typeface="+mn-ea"/>
                          <a:cs typeface="+mn-cs"/>
                        </a:defRPr>
                      </a:pPr>
                      <a:t>[ПРОЦЕНТ]</a:t>
                    </a:fld>
                    <a:endParaRPr lang="en-US"/>
                  </a:p>
                </c:rich>
              </c:tx>
              <c:spPr>
                <a:noFill/>
                <a:ln>
                  <a:noFill/>
                </a:ln>
                <a:effectLst/>
              </c:spPr>
              <c:dLblPos val="outEnd"/>
              <c:showLegendKey val="0"/>
              <c:showVal val="0"/>
              <c:showCatName val="1"/>
              <c:showSerName val="0"/>
              <c:showPercent val="1"/>
              <c:showBubbleSize val="0"/>
              <c:extLst xmlns:mc="http://schemas.openxmlformats.org/markup-compatibility/2006" xmlns:c15="http://schemas.microsoft.com/office/drawing/2012/chart" xmlns:c14="http://schemas.microsoft.com/office/drawing/2007/8/2/chart">
                <c:ext xmlns:c15="http://schemas.microsoft.com/office/drawing/2012/chart" uri="{CE6537A1-D6FC-4f65-9D91-7224C49458BB}">
                  <c15:spPr xmlns:c15="http://schemas.microsoft.com/office/drawing/2012/chart">
                    <a:prstGeom prst="rect">
                      <a:avLst/>
                    </a:prstGeom>
                  </c15:spPr>
                  <c15:dlblFieldTable/>
                  <c15:showDataLabelsRange val="0"/>
                </c:ext>
                <c:ext xmlns:c16="http://schemas.microsoft.com/office/drawing/2014/chart" uri="{C3380CC4-5D6E-409C-BE32-E72D297353CC}">
                  <c16:uniqueId val="{00000001-6258-413F-A6DD-0D1FA28A13A0}"/>
                </c:ext>
              </c:extLst>
            </c:dLbl>
            <c:dLbl>
              <c:idx val="1"/>
              <c:tx>
                <c:rich>
                  <a:bodyPr rot="0" spcFirstLastPara="1" vertOverflow="ellipsis" vert="horz" wrap="square" lIns="38100" tIns="19050" rIns="38100" bIns="19050" anchor="ctr" anchorCtr="1">
                    <a:spAutoFit/>
                  </a:bodyPr>
                  <a:lstStyle/>
                  <a:p>
                    <a:pPr>
                      <a:defRPr sz="1350" b="1" i="0" u="none" strike="noStrike" spc="0" baseline="0">
                        <a:solidFill>
                          <a:schemeClr val="accent2"/>
                        </a:solidFill>
                        <a:latin typeface="+mn-lt"/>
                        <a:ea typeface="+mn-ea"/>
                        <a:cs typeface="+mn-cs"/>
                      </a:defRPr>
                    </a:pPr>
                    <a:fld id="{28D7E4F8-BDD0-40DE-BE9B-47C88C69756A}" type="CATEGORYNAME">
                      <a:rPr lang="en-US">
                        <a:solidFill>
                          <a:schemeClr val="tx1"/>
                        </a:solidFill>
                      </a:rPr>
                      <a:pPr>
                        <a:defRPr sz="1350" b="1" i="0" u="none" strike="noStrike" spc="0" baseline="0">
                          <a:solidFill>
                            <a:schemeClr val="accent2"/>
                          </a:solidFill>
                          <a:latin typeface="+mn-lt"/>
                          <a:ea typeface="+mn-ea"/>
                          <a:cs typeface="+mn-cs"/>
                        </a:defRPr>
                      </a:pPr>
                      <a:t>[ИМЯ КАТЕГОРИИ]</a:t>
                    </a:fld>
                    <a:br>
                      <a:rPr lang="en-US">
                        <a:solidFill>
                          <a:schemeClr val="tx1"/>
                        </a:solidFill>
                      </a:rPr>
                    </a:br>
                    <a:fld id="{AFDDC01A-83F1-4744-AC0F-51D889B2F1D2}" type="PERCENTAGE">
                      <a:rPr lang="en-US">
                        <a:solidFill>
                          <a:schemeClr val="tx1"/>
                        </a:solidFill>
                      </a:rPr>
                      <a:pPr>
                        <a:defRPr sz="1350" b="1" i="0" u="none" strike="noStrike" spc="0" baseline="0">
                          <a:solidFill>
                            <a:schemeClr val="accent2"/>
                          </a:solidFill>
                          <a:latin typeface="+mn-lt"/>
                          <a:ea typeface="+mn-ea"/>
                          <a:cs typeface="+mn-cs"/>
                        </a:defRPr>
                      </a:pPr>
                      <a:t>[ПРОЦЕНТ]</a:t>
                    </a:fld>
                    <a:endParaRPr lang="en-US">
                      <a:solidFill>
                        <a:schemeClr val="tx1"/>
                      </a:solidFill>
                    </a:endParaRPr>
                  </a:p>
                </c:rich>
              </c:tx>
              <c:spPr>
                <a:noFill/>
                <a:ln>
                  <a:noFill/>
                </a:ln>
                <a:effectLst/>
              </c:spPr>
              <c:dLblPos val="outEnd"/>
              <c:showLegendKey val="0"/>
              <c:showVal val="0"/>
              <c:showCatName val="1"/>
              <c:showSerName val="0"/>
              <c:showPercent val="1"/>
              <c:showBubbleSize val="0"/>
              <c:extLst xmlns:mc="http://schemas.openxmlformats.org/markup-compatibility/2006" xmlns:c15="http://schemas.microsoft.com/office/drawing/2012/chart" xmlns:c14="http://schemas.microsoft.com/office/drawing/2007/8/2/chart">
                <c:ext xmlns:c15="http://schemas.microsoft.com/office/drawing/2012/chart" uri="{CE6537A1-D6FC-4f65-9D91-7224C49458BB}">
                  <c15:spPr xmlns:c15="http://schemas.microsoft.com/office/drawing/2012/chart">
                    <a:prstGeom prst="rect">
                      <a:avLst/>
                    </a:prstGeom>
                  </c15:spPr>
                  <c15:dlblFieldTable/>
                  <c15:showDataLabelsRange val="0"/>
                </c:ext>
                <c:ext xmlns:c16="http://schemas.microsoft.com/office/drawing/2014/chart" uri="{C3380CC4-5D6E-409C-BE32-E72D297353CC}">
                  <c16:uniqueId val="{00000003-6258-413F-A6DD-0D1FA28A13A0}"/>
                </c:ext>
              </c:extLst>
            </c:dLbl>
            <c:dLbl>
              <c:idx val="2"/>
              <c:tx>
                <c:rich>
                  <a:bodyPr rot="0" spcFirstLastPara="1" vertOverflow="ellipsis" vert="horz" wrap="square" lIns="38100" tIns="19050" rIns="38100" bIns="19050" anchor="ctr" anchorCtr="1">
                    <a:spAutoFit/>
                  </a:bodyPr>
                  <a:lstStyle/>
                  <a:p>
                    <a:pPr>
                      <a:defRPr sz="1350" b="1" i="0" u="none" strike="noStrike" spc="0" baseline="0">
                        <a:solidFill>
                          <a:schemeClr val="accent2"/>
                        </a:solidFill>
                        <a:latin typeface="+mn-lt"/>
                        <a:ea typeface="+mn-ea"/>
                        <a:cs typeface="+mn-cs"/>
                      </a:defRPr>
                    </a:pPr>
                    <a:fld id="{63DEF9CD-9B3A-40B6-AC46-2BA20D049682}" type="CATEGORYNAME">
                      <a:rPr lang="en-US">
                        <a:solidFill>
                          <a:schemeClr val="tx1"/>
                        </a:solidFill>
                      </a:rPr>
                      <a:pPr>
                        <a:defRPr sz="1350" b="1" i="0" u="none" strike="noStrike" spc="0" baseline="0">
                          <a:solidFill>
                            <a:schemeClr val="accent2"/>
                          </a:solidFill>
                          <a:latin typeface="+mn-lt"/>
                          <a:ea typeface="+mn-ea"/>
                          <a:cs typeface="+mn-cs"/>
                        </a:defRPr>
                      </a:pPr>
                      <a:t>[ИМЯ КАТЕГОРИИ]</a:t>
                    </a:fld>
                    <a:br>
                      <a:rPr lang="en-US"/>
                    </a:br>
                    <a:fld id="{F3262315-9F6F-4B03-9BEA-0BF10A9E1340}" type="PERCENTAGE">
                      <a:rPr lang="en-US">
                        <a:solidFill>
                          <a:schemeClr val="tx1"/>
                        </a:solidFill>
                      </a:rPr>
                      <a:pPr>
                        <a:defRPr sz="1350" b="1" i="0" u="none" strike="noStrike" spc="0" baseline="0">
                          <a:solidFill>
                            <a:schemeClr val="accent2"/>
                          </a:solidFill>
                          <a:latin typeface="+mn-lt"/>
                          <a:ea typeface="+mn-ea"/>
                          <a:cs typeface="+mn-cs"/>
                        </a:defRPr>
                      </a:pPr>
                      <a:t>[ПРОЦЕНТ]</a:t>
                    </a:fld>
                    <a:endParaRPr lang="en-US"/>
                  </a:p>
                </c:rich>
              </c:tx>
              <c:spPr>
                <a:noFill/>
                <a:ln>
                  <a:noFill/>
                </a:ln>
                <a:effectLst/>
              </c:spPr>
              <c:dLblPos val="outEnd"/>
              <c:showLegendKey val="0"/>
              <c:showVal val="0"/>
              <c:showCatName val="1"/>
              <c:showSerName val="0"/>
              <c:showPercent val="1"/>
              <c:showBubbleSize val="0"/>
              <c:extLst xmlns:mc="http://schemas.openxmlformats.org/markup-compatibility/2006" xmlns:c15="http://schemas.microsoft.com/office/drawing/2012/chart" xmlns:c14="http://schemas.microsoft.com/office/drawing/2007/8/2/chart">
                <c:ext xmlns:c15="http://schemas.microsoft.com/office/drawing/2012/chart" uri="{CE6537A1-D6FC-4f65-9D91-7224C49458BB}">
                  <c15:spPr xmlns:c15="http://schemas.microsoft.com/office/drawing/2012/chart">
                    <a:prstGeom prst="rect">
                      <a:avLst/>
                    </a:prstGeom>
                  </c15:spPr>
                  <c15:dlblFieldTable/>
                  <c15:showDataLabelsRange val="0"/>
                </c:ext>
                <c:ext xmlns:c16="http://schemas.microsoft.com/office/drawing/2014/chart" uri="{C3380CC4-5D6E-409C-BE32-E72D297353CC}">
                  <c16:uniqueId val="{00000005-6258-413F-A6DD-0D1FA28A13A0}"/>
                </c:ext>
              </c:extLst>
            </c:dLbl>
            <c:spPr>
              <a:ln>
                <a:noFill/>
              </a:ln>
            </c:spPr>
            <c:dLblPos val="outEnd"/>
            <c:showLegendKey val="0"/>
            <c:showVal val="0"/>
            <c:showCatName val="1"/>
            <c:showSerName val="0"/>
            <c:showPercent val="1"/>
            <c:showBubbleSize val="0"/>
            <c:showLeaderLines val="1"/>
            <c:leaderLines>
              <c:spPr>
                <a:prstGeom prst="rect">
                  <a:avLst/>
                </a:prstGeom>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val>
            <c:numRef>
              <c:f>Sheet1!$B$2:$B$4</c:f>
              <c:numCache>
                <c:formatCode>\О\с\н\о\в\н\о\й</c:formatCode>
                <c:ptCount val="3"/>
                <c:pt idx="0">
                  <c:v>20.399999999999999</c:v>
                </c:pt>
                <c:pt idx="1">
                  <c:v>30.6</c:v>
                </c:pt>
                <c:pt idx="2">
                  <c:v>45.9</c:v>
                </c:pt>
              </c:numCache>
            </c:numRef>
          </c:val>
          <c:extLst>
            <c:ext xmlns:c16="http://schemas.microsoft.com/office/drawing/2014/chart" uri="{C3380CC4-5D6E-409C-BE32-E72D297353CC}">
              <c16:uniqueId val="{00000006-6258-413F-A6DD-0D1FA28A13A0}"/>
            </c:ext>
          </c:extLst>
        </c:ser>
        <c:ser>
          <c:idx val="1"/>
          <c:order val="1"/>
          <c:dPt>
            <c:idx val="0"/>
            <c:bubble3D val="0"/>
            <c:spPr>
              <a:prstGeom prst="rect">
                <a:avLst/>
              </a:prstGeom>
              <a:solidFill>
                <a:schemeClr val="accent2">
                  <a:shade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8-6258-413F-A6DD-0D1FA28A13A0}"/>
              </c:ext>
            </c:extLst>
          </c:dPt>
          <c:dPt>
            <c:idx val="1"/>
            <c:bubble3D val="0"/>
            <c:spPr>
              <a:prstGeom prst="rect">
                <a:avLst/>
              </a:prstGeom>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6258-413F-A6DD-0D1FA28A13A0}"/>
              </c:ext>
            </c:extLst>
          </c:dPt>
          <c:dPt>
            <c:idx val="2"/>
            <c:bubble3D val="0"/>
            <c:spPr>
              <a:prstGeom prst="rect">
                <a:avLst/>
              </a:prstGeom>
              <a:solidFill>
                <a:schemeClr val="accent2">
                  <a:tint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6258-413F-A6DD-0D1FA28A13A0}"/>
              </c:ext>
            </c:extLst>
          </c:dPt>
          <c:dLbls>
            <c:dLbl>
              <c:idx val="0"/>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shade val="65000"/>
                        </a:schemeClr>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6258-413F-A6DD-0D1FA28A13A0}"/>
                </c:ext>
              </c:extLst>
            </c:dLbl>
            <c:dLbl>
              <c:idx val="1"/>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6258-413F-A6DD-0D1FA28A13A0}"/>
                </c:ext>
              </c:extLst>
            </c:dLbl>
            <c:dLbl>
              <c:idx val="2"/>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tint val="65000"/>
                        </a:schemeClr>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6258-413F-A6DD-0D1FA28A13A0}"/>
                </c:ext>
              </c:extLst>
            </c:dLbl>
            <c:spPr>
              <a:noFill/>
              <a:ln>
                <a:noFill/>
              </a:ln>
              <a:effectLst/>
            </c:spPr>
            <c:dLblPos val="outEnd"/>
            <c:showLegendKey val="0"/>
            <c:showVal val="0"/>
            <c:showCatName val="1"/>
            <c:showSerName val="0"/>
            <c:showPercent val="1"/>
            <c:showBubbleSize val="0"/>
            <c:showLeaderLines val="1"/>
            <c:leaderLines>
              <c:spPr>
                <a:prstGeom prst="rect">
                  <a:avLst/>
                </a:prstGeom>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val>
            <c:numRef>
              <c:f>Sheet1!$C$2:$C$4</c:f>
              <c:numCache>
                <c:formatCode>\О\с\н\о\в\н\о\й</c:formatCode>
                <c:ptCount val="3"/>
                <c:pt idx="0">
                  <c:v>27.4</c:v>
                </c:pt>
                <c:pt idx="1">
                  <c:v>38.6</c:v>
                </c:pt>
                <c:pt idx="2">
                  <c:v>46.9</c:v>
                </c:pt>
              </c:numCache>
            </c:numRef>
          </c:val>
          <c:extLst>
            <c:ext xmlns:c16="http://schemas.microsoft.com/office/drawing/2014/chart" uri="{C3380CC4-5D6E-409C-BE32-E72D297353CC}">
              <c16:uniqueId val="{0000000D-6258-413F-A6DD-0D1FA28A13A0}"/>
            </c:ext>
          </c:extLst>
        </c:ser>
        <c:ser>
          <c:idx val="2"/>
          <c:order val="2"/>
          <c:dPt>
            <c:idx val="0"/>
            <c:bubble3D val="0"/>
            <c:spPr>
              <a:prstGeom prst="rect">
                <a:avLst/>
              </a:prstGeom>
              <a:solidFill>
                <a:schemeClr val="accent2">
                  <a:shade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6258-413F-A6DD-0D1FA28A13A0}"/>
              </c:ext>
            </c:extLst>
          </c:dPt>
          <c:dPt>
            <c:idx val="1"/>
            <c:bubble3D val="0"/>
            <c:spPr>
              <a:prstGeom prst="rect">
                <a:avLst/>
              </a:prstGeom>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6258-413F-A6DD-0D1FA28A13A0}"/>
              </c:ext>
            </c:extLst>
          </c:dPt>
          <c:dPt>
            <c:idx val="2"/>
            <c:bubble3D val="0"/>
            <c:spPr>
              <a:prstGeom prst="rect">
                <a:avLst/>
              </a:prstGeom>
              <a:solidFill>
                <a:schemeClr val="accent2">
                  <a:tint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3-6258-413F-A6DD-0D1FA28A13A0}"/>
              </c:ext>
            </c:extLst>
          </c:dPt>
          <c:dLbls>
            <c:dLbl>
              <c:idx val="0"/>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shade val="65000"/>
                        </a:schemeClr>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6258-413F-A6DD-0D1FA28A13A0}"/>
                </c:ext>
              </c:extLst>
            </c:dLbl>
            <c:dLbl>
              <c:idx val="1"/>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6258-413F-A6DD-0D1FA28A13A0}"/>
                </c:ext>
              </c:extLst>
            </c:dLbl>
            <c:dLbl>
              <c:idx val="2"/>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tint val="65000"/>
                        </a:schemeClr>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6258-413F-A6DD-0D1FA28A13A0}"/>
                </c:ext>
              </c:extLst>
            </c:dLbl>
            <c:spPr>
              <a:noFill/>
              <a:ln>
                <a:noFill/>
              </a:ln>
              <a:effectLst/>
            </c:spPr>
            <c:dLblPos val="outEnd"/>
            <c:showLegendKey val="0"/>
            <c:showVal val="0"/>
            <c:showCatName val="1"/>
            <c:showSerName val="0"/>
            <c:showPercent val="1"/>
            <c:showBubbleSize val="0"/>
            <c:showLeaderLines val="1"/>
            <c:leaderLines>
              <c:spPr>
                <a:prstGeom prst="rect">
                  <a:avLst/>
                </a:prstGeom>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val>
            <c:numRef>
              <c:f>Sheet1!$D$2:$D$4</c:f>
              <c:numCache>
                <c:formatCode>\О\с\н\о\в\н\о\й</c:formatCode>
                <c:ptCount val="3"/>
                <c:pt idx="0">
                  <c:v>90</c:v>
                </c:pt>
                <c:pt idx="1">
                  <c:v>34.6</c:v>
                </c:pt>
                <c:pt idx="2">
                  <c:v>45</c:v>
                </c:pt>
              </c:numCache>
            </c:numRef>
          </c:val>
          <c:extLst>
            <c:ext xmlns:c16="http://schemas.microsoft.com/office/drawing/2014/chart" uri="{C3380CC4-5D6E-409C-BE32-E72D297353CC}">
              <c16:uniqueId val="{00000014-6258-413F-A6DD-0D1FA28A13A0}"/>
            </c:ext>
          </c:extLst>
        </c:ser>
        <c:ser>
          <c:idx val="3"/>
          <c:order val="3"/>
          <c:dPt>
            <c:idx val="0"/>
            <c:bubble3D val="0"/>
            <c:spPr>
              <a:prstGeom prst="rect">
                <a:avLst/>
              </a:prstGeom>
              <a:solidFill>
                <a:schemeClr val="accent2">
                  <a:shade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6-6258-413F-A6DD-0D1FA28A13A0}"/>
              </c:ext>
            </c:extLst>
          </c:dPt>
          <c:dPt>
            <c:idx val="1"/>
            <c:bubble3D val="0"/>
            <c:spPr>
              <a:prstGeom prst="rect">
                <a:avLst/>
              </a:prstGeom>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8-6258-413F-A6DD-0D1FA28A13A0}"/>
              </c:ext>
            </c:extLst>
          </c:dPt>
          <c:dPt>
            <c:idx val="2"/>
            <c:bubble3D val="0"/>
            <c:spPr>
              <a:prstGeom prst="rect">
                <a:avLst/>
              </a:prstGeom>
              <a:solidFill>
                <a:schemeClr val="accent2">
                  <a:tint val="6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A-6258-413F-A6DD-0D1FA28A13A0}"/>
              </c:ext>
            </c:extLst>
          </c:dPt>
          <c:dLbls>
            <c:dLbl>
              <c:idx val="0"/>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shade val="65000"/>
                        </a:schemeClr>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6258-413F-A6DD-0D1FA28A13A0}"/>
                </c:ext>
              </c:extLst>
            </c:dLbl>
            <c:dLbl>
              <c:idx val="1"/>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6258-413F-A6DD-0D1FA28A13A0}"/>
                </c:ext>
              </c:extLst>
            </c:dLbl>
            <c:dLbl>
              <c:idx val="2"/>
              <c:spPr>
                <a:noFill/>
                <a:ln>
                  <a:noFill/>
                </a:ln>
                <a:effectLst/>
              </c:spPr>
              <c:txPr>
                <a:bodyPr rot="0" spcFirstLastPara="1" vertOverflow="ellipsis" vert="horz" wrap="square" lIns="38100" tIns="19050" rIns="38100" bIns="19050" anchor="ctr" anchorCtr="1">
                  <a:spAutoFit/>
                </a:bodyPr>
                <a:lstStyle/>
                <a:p>
                  <a:pPr>
                    <a:defRPr sz="1350" b="1" i="0" u="none" strike="noStrike" spc="0" baseline="0">
                      <a:solidFill>
                        <a:schemeClr val="accent2">
                          <a:tint val="65000"/>
                        </a:schemeClr>
                      </a:solidFill>
                      <a:latin typeface="+mn-lt"/>
                      <a:ea typeface="+mn-ea"/>
                      <a:cs typeface="+mn-cs"/>
                    </a:defRPr>
                  </a:pPr>
                  <a:endParaRPr lang="ru-RU"/>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6258-413F-A6DD-0D1FA28A13A0}"/>
                </c:ext>
              </c:extLst>
            </c:dLbl>
            <c:spPr>
              <a:noFill/>
              <a:ln>
                <a:noFill/>
              </a:ln>
              <a:effectLst/>
            </c:spPr>
            <c:dLblPos val="outEnd"/>
            <c:showLegendKey val="0"/>
            <c:showVal val="0"/>
            <c:showCatName val="1"/>
            <c:showSerName val="0"/>
            <c:showPercent val="1"/>
            <c:showBubbleSize val="0"/>
            <c:showLeaderLines val="1"/>
            <c:leaderLines>
              <c:spPr>
                <a:prstGeom prst="rect">
                  <a:avLst/>
                </a:prstGeom>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val>
            <c:numRef>
              <c:f>Sheet1!$E$2:$E$4</c:f>
              <c:numCache>
                <c:formatCode>\О\с\н\о\в\н\о\й</c:formatCode>
                <c:ptCount val="3"/>
                <c:pt idx="0">
                  <c:v>20.399999999999999</c:v>
                </c:pt>
                <c:pt idx="1">
                  <c:v>31.6</c:v>
                </c:pt>
                <c:pt idx="2">
                  <c:v>43.9</c:v>
                </c:pt>
              </c:numCache>
            </c:numRef>
          </c:val>
          <c:extLst>
            <c:ext xmlns:c16="http://schemas.microsoft.com/office/drawing/2014/chart" uri="{C3380CC4-5D6E-409C-BE32-E72D297353CC}">
              <c16:uniqueId val="{0000001B-6258-413F-A6DD-0D1FA28A13A0}"/>
            </c:ext>
          </c:extLst>
        </c:ser>
        <c:dLbls>
          <c:dLblPos val="outEnd"/>
          <c:showLegendKey val="0"/>
          <c:showVal val="0"/>
          <c:showCatName val="0"/>
          <c:showSerName val="0"/>
          <c:showPercent val="1"/>
          <c:showBubbleSize val="0"/>
          <c:showLeaderLines val="1"/>
        </c:dLbls>
        <c:firstSliceAng val="0"/>
      </c:pieChart>
      <c:spPr>
        <a:prstGeom prst="rect">
          <a:avLst/>
        </a:prstGeom>
        <a:noFill/>
        <a:ln>
          <a:noFill/>
        </a:ln>
        <a:effectLst/>
      </c:spPr>
    </c:plotArea>
    <c:plotVisOnly val="1"/>
    <c:dispBlanksAs val="gap"/>
    <c:showDLblsOverMax val="0"/>
  </c:chart>
  <c:spPr>
    <a:xfrm>
      <a:off x="6356350" y="1922463"/>
      <a:ext cx="5353050" cy="4249737"/>
    </a:xfrm>
    <a:prstGeom prst="rect">
      <a:avLst/>
    </a:prstGeom>
    <a:solidFill>
      <a:schemeClr val="bg1"/>
    </a:solidFill>
    <a:ln w="9525" cap="flat" cmpd="sng" algn="ctr">
      <a:noFill/>
      <a:round/>
    </a:ln>
    <a:effectLst/>
  </c:spPr>
  <c:txPr>
    <a:bodyPr/>
    <a:lstStyle/>
    <a:p>
      <a:pPr>
        <a:defRPr/>
      </a:pPr>
      <a:endParaRPr lang="ru-RU"/>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203"/>
          <c:y val="7.3214000000000001E-2"/>
          <c:w val="0.78884900000000002"/>
          <c:h val="0.76785700000000001"/>
        </c:manualLayout>
      </c:layout>
      <c:barChart>
        <c:barDir val="col"/>
        <c:grouping val="clustered"/>
        <c:varyColors val="0"/>
        <c:ser>
          <c:idx val="0"/>
          <c:order val="0"/>
          <c:tx>
            <c:strRef>
              <c:f>Sheet1!$A$2</c:f>
              <c:strCache>
                <c:ptCount val="1"/>
                <c:pt idx="0">
                  <c:v>1</c:v>
                </c:pt>
              </c:strCache>
            </c:strRef>
          </c:tx>
          <c:spPr>
            <a:prstGeom prst="rect">
              <a:avLst/>
            </a:prstGeom>
            <a:solidFill>
              <a:srgbClr val="372579"/>
            </a:solidFill>
            <a:ln w="5357">
              <a:noFill/>
              <a:prstDash val="solid"/>
            </a:ln>
          </c:spPr>
          <c:invertIfNegative val="0"/>
          <c:cat>
            <c:strRef>
              <c:f>Sheet1!$B$1:$E$1</c:f>
              <c:strCache>
                <c:ptCount val="4"/>
                <c:pt idx="0">
                  <c:v>1 кв</c:v>
                </c:pt>
                <c:pt idx="1">
                  <c:v>2 кв</c:v>
                </c:pt>
                <c:pt idx="2">
                  <c:v>3 кв</c:v>
                </c:pt>
                <c:pt idx="3">
                  <c:v>4 кв</c:v>
                </c:pt>
              </c:strCache>
            </c:strRef>
          </c:cat>
          <c:val>
            <c:numRef>
              <c:f>Sheet1!$B$2:$E$2</c:f>
              <c:numCache>
                <c:formatCode>\О\с\н\о\в\н\о\й</c:formatCode>
                <c:ptCount val="4"/>
                <c:pt idx="0">
                  <c:v>20.399999999999999</c:v>
                </c:pt>
                <c:pt idx="1">
                  <c:v>27.4</c:v>
                </c:pt>
                <c:pt idx="2">
                  <c:v>90</c:v>
                </c:pt>
                <c:pt idx="3">
                  <c:v>20.399999999999999</c:v>
                </c:pt>
              </c:numCache>
            </c:numRef>
          </c:val>
          <c:extLst>
            <c:ext xmlns:c16="http://schemas.microsoft.com/office/drawing/2014/chart" uri="{C3380CC4-5D6E-409C-BE32-E72D297353CC}">
              <c16:uniqueId val="{00000000-1970-4053-ADC0-6A61F1954B8E}"/>
            </c:ext>
          </c:extLst>
        </c:ser>
        <c:ser>
          <c:idx val="1"/>
          <c:order val="1"/>
          <c:tx>
            <c:strRef>
              <c:f>Sheet1!$A$3</c:f>
              <c:strCache>
                <c:ptCount val="1"/>
                <c:pt idx="0">
                  <c:v>2</c:v>
                </c:pt>
              </c:strCache>
            </c:strRef>
          </c:tx>
          <c:spPr>
            <a:prstGeom prst="rect">
              <a:avLst/>
            </a:prstGeom>
            <a:solidFill>
              <a:schemeClr val="accent2"/>
            </a:solidFill>
            <a:ln w="5357">
              <a:noFill/>
              <a:prstDash val="solid"/>
            </a:ln>
          </c:spPr>
          <c:invertIfNegative val="0"/>
          <c:cat>
            <c:strRef>
              <c:f>Sheet1!$B$1:$E$1</c:f>
              <c:strCache>
                <c:ptCount val="4"/>
                <c:pt idx="0">
                  <c:v>1 кв</c:v>
                </c:pt>
                <c:pt idx="1">
                  <c:v>2 кв</c:v>
                </c:pt>
                <c:pt idx="2">
                  <c:v>3 кв</c:v>
                </c:pt>
                <c:pt idx="3">
                  <c:v>4 кв</c:v>
                </c:pt>
              </c:strCache>
            </c:strRef>
          </c:cat>
          <c:val>
            <c:numRef>
              <c:f>Sheet1!$B$3:$E$3</c:f>
              <c:numCache>
                <c:formatCode>\О\с\н\о\в\н\о\й</c:formatCode>
                <c:ptCount val="4"/>
                <c:pt idx="0">
                  <c:v>30.6</c:v>
                </c:pt>
                <c:pt idx="1">
                  <c:v>38.6</c:v>
                </c:pt>
                <c:pt idx="2">
                  <c:v>34.6</c:v>
                </c:pt>
                <c:pt idx="3">
                  <c:v>31.6</c:v>
                </c:pt>
              </c:numCache>
            </c:numRef>
          </c:val>
          <c:extLst>
            <c:ext xmlns:c16="http://schemas.microsoft.com/office/drawing/2014/chart" uri="{C3380CC4-5D6E-409C-BE32-E72D297353CC}">
              <c16:uniqueId val="{00000001-1970-4053-ADC0-6A61F1954B8E}"/>
            </c:ext>
          </c:extLst>
        </c:ser>
        <c:ser>
          <c:idx val="2"/>
          <c:order val="2"/>
          <c:tx>
            <c:strRef>
              <c:f>Sheet1!$A$4</c:f>
              <c:strCache>
                <c:ptCount val="1"/>
                <c:pt idx="0">
                  <c:v>3</c:v>
                </c:pt>
              </c:strCache>
            </c:strRef>
          </c:tx>
          <c:spPr>
            <a:prstGeom prst="rect">
              <a:avLst/>
            </a:prstGeom>
            <a:solidFill>
              <a:schemeClr val="hlink"/>
            </a:solidFill>
            <a:ln w="5357">
              <a:noFill/>
              <a:prstDash val="solid"/>
            </a:ln>
          </c:spPr>
          <c:invertIfNegative val="0"/>
          <c:cat>
            <c:strRef>
              <c:f>Sheet1!$B$1:$E$1</c:f>
              <c:strCache>
                <c:ptCount val="4"/>
                <c:pt idx="0">
                  <c:v>1 кв</c:v>
                </c:pt>
                <c:pt idx="1">
                  <c:v>2 кв</c:v>
                </c:pt>
                <c:pt idx="2">
                  <c:v>3 кв</c:v>
                </c:pt>
                <c:pt idx="3">
                  <c:v>4 кв</c:v>
                </c:pt>
              </c:strCache>
            </c:strRef>
          </c:cat>
          <c:val>
            <c:numRef>
              <c:f>Sheet1!$B$4:$E$4</c:f>
              <c:numCache>
                <c:formatCode>\О\с\н\о\в\н\о\й</c:formatCode>
                <c:ptCount val="4"/>
                <c:pt idx="0">
                  <c:v>45.9</c:v>
                </c:pt>
                <c:pt idx="1">
                  <c:v>46.9</c:v>
                </c:pt>
                <c:pt idx="2">
                  <c:v>45</c:v>
                </c:pt>
                <c:pt idx="3">
                  <c:v>43.9</c:v>
                </c:pt>
              </c:numCache>
            </c:numRef>
          </c:val>
          <c:extLst>
            <c:ext xmlns:c16="http://schemas.microsoft.com/office/drawing/2014/chart" uri="{C3380CC4-5D6E-409C-BE32-E72D297353CC}">
              <c16:uniqueId val="{00000002-1970-4053-ADC0-6A61F1954B8E}"/>
            </c:ext>
          </c:extLst>
        </c:ser>
        <c:ser>
          <c:idx val="3"/>
          <c:order val="3"/>
          <c:tx>
            <c:strRef>
              <c:f>Sheet1!$A$5</c:f>
              <c:strCache>
                <c:ptCount val="1"/>
                <c:pt idx="0">
                  <c:v>4</c:v>
                </c:pt>
              </c:strCache>
            </c:strRef>
          </c:tx>
          <c:spPr>
            <a:prstGeom prst="rect">
              <a:avLst/>
            </a:prstGeom>
            <a:solidFill>
              <a:srgbClr val="762181"/>
            </a:solidFill>
            <a:ln w="5357">
              <a:noFill/>
              <a:prstDash val="solid"/>
            </a:ln>
          </c:spPr>
          <c:invertIfNegative val="0"/>
          <c:cat>
            <c:strRef>
              <c:f>Sheet1!$B$1:$E$1</c:f>
              <c:strCache>
                <c:ptCount val="4"/>
                <c:pt idx="0">
                  <c:v>1 кв</c:v>
                </c:pt>
                <c:pt idx="1">
                  <c:v>2 кв</c:v>
                </c:pt>
                <c:pt idx="2">
                  <c:v>3 кв</c:v>
                </c:pt>
                <c:pt idx="3">
                  <c:v>4 кв</c:v>
                </c:pt>
              </c:strCache>
            </c:strRef>
          </c:cat>
          <c:val>
            <c:numRef>
              <c:f>Sheet1!$B$5:$E$5</c:f>
              <c:numCache>
                <c:formatCode>\О\с\н\о\в\н\о\й</c:formatCode>
                <c:ptCount val="4"/>
                <c:pt idx="0">
                  <c:v>21</c:v>
                </c:pt>
                <c:pt idx="1">
                  <c:v>44</c:v>
                </c:pt>
                <c:pt idx="2">
                  <c:v>30.6</c:v>
                </c:pt>
                <c:pt idx="3">
                  <c:v>44</c:v>
                </c:pt>
              </c:numCache>
            </c:numRef>
          </c:val>
          <c:extLst>
            <c:ext xmlns:c16="http://schemas.microsoft.com/office/drawing/2014/chart" uri="{C3380CC4-5D6E-409C-BE32-E72D297353CC}">
              <c16:uniqueId val="{00000003-1970-4053-ADC0-6A61F1954B8E}"/>
            </c:ext>
          </c:extLst>
        </c:ser>
        <c:ser>
          <c:idx val="4"/>
          <c:order val="4"/>
          <c:tx>
            <c:strRef>
              <c:f>Sheet1!$A$6</c:f>
              <c:strCache>
                <c:ptCount val="1"/>
                <c:pt idx="0">
                  <c:v>5</c:v>
                </c:pt>
              </c:strCache>
            </c:strRef>
          </c:tx>
          <c:spPr>
            <a:prstGeom prst="rect">
              <a:avLst/>
            </a:prstGeom>
            <a:solidFill>
              <a:srgbClr val="942C80"/>
            </a:solidFill>
            <a:ln w="5357">
              <a:noFill/>
              <a:prstDash val="solid"/>
            </a:ln>
          </c:spPr>
          <c:invertIfNegative val="0"/>
          <c:cat>
            <c:strRef>
              <c:f>Sheet1!$B$1:$E$1</c:f>
              <c:strCache>
                <c:ptCount val="4"/>
                <c:pt idx="0">
                  <c:v>1 кв</c:v>
                </c:pt>
                <c:pt idx="1">
                  <c:v>2 кв</c:v>
                </c:pt>
                <c:pt idx="2">
                  <c:v>3 кв</c:v>
                </c:pt>
                <c:pt idx="3">
                  <c:v>4 кв</c:v>
                </c:pt>
              </c:strCache>
            </c:strRef>
          </c:cat>
          <c:val>
            <c:numRef>
              <c:f>Sheet1!$B$6:$E$6</c:f>
              <c:numCache>
                <c:formatCode>\О\с\н\о\в\н\о\й</c:formatCode>
                <c:ptCount val="4"/>
                <c:pt idx="0">
                  <c:v>22</c:v>
                </c:pt>
                <c:pt idx="1">
                  <c:v>12</c:v>
                </c:pt>
                <c:pt idx="2">
                  <c:v>45.9</c:v>
                </c:pt>
                <c:pt idx="3">
                  <c:v>12</c:v>
                </c:pt>
              </c:numCache>
            </c:numRef>
          </c:val>
          <c:extLst>
            <c:ext xmlns:c16="http://schemas.microsoft.com/office/drawing/2014/chart" uri="{C3380CC4-5D6E-409C-BE32-E72D297353CC}">
              <c16:uniqueId val="{00000004-1970-4053-ADC0-6A61F1954B8E}"/>
            </c:ext>
          </c:extLst>
        </c:ser>
        <c:ser>
          <c:idx val="5"/>
          <c:order val="5"/>
          <c:tx>
            <c:strRef>
              <c:f>Sheet1!$A$7</c:f>
              <c:strCache>
                <c:ptCount val="1"/>
                <c:pt idx="0">
                  <c:v>6</c:v>
                </c:pt>
              </c:strCache>
            </c:strRef>
          </c:tx>
          <c:spPr>
            <a:prstGeom prst="rect">
              <a:avLst/>
            </a:prstGeom>
            <a:solidFill>
              <a:srgbClr val="D6456C"/>
            </a:solidFill>
            <a:ln w="5357">
              <a:noFill/>
              <a:prstDash val="solid"/>
            </a:ln>
          </c:spPr>
          <c:invertIfNegative val="0"/>
          <c:cat>
            <c:strRef>
              <c:f>Sheet1!$B$1:$E$1</c:f>
              <c:strCache>
                <c:ptCount val="4"/>
                <c:pt idx="0">
                  <c:v>1 кв</c:v>
                </c:pt>
                <c:pt idx="1">
                  <c:v>2 кв</c:v>
                </c:pt>
                <c:pt idx="2">
                  <c:v>3 кв</c:v>
                </c:pt>
                <c:pt idx="3">
                  <c:v>4 кв</c:v>
                </c:pt>
              </c:strCache>
            </c:strRef>
          </c:cat>
          <c:val>
            <c:numRef>
              <c:f>Sheet1!$B$7:$E$7</c:f>
              <c:numCache>
                <c:formatCode>\О\с\н\о\в\н\о\й</c:formatCode>
                <c:ptCount val="4"/>
                <c:pt idx="0">
                  <c:v>30</c:v>
                </c:pt>
                <c:pt idx="1">
                  <c:v>14</c:v>
                </c:pt>
                <c:pt idx="2">
                  <c:v>21</c:v>
                </c:pt>
                <c:pt idx="3">
                  <c:v>14</c:v>
                </c:pt>
              </c:numCache>
            </c:numRef>
          </c:val>
          <c:extLst>
            <c:ext xmlns:c16="http://schemas.microsoft.com/office/drawing/2014/chart" uri="{C3380CC4-5D6E-409C-BE32-E72D297353CC}">
              <c16:uniqueId val="{00000005-1970-4053-ADC0-6A61F1954B8E}"/>
            </c:ext>
          </c:extLst>
        </c:ser>
        <c:ser>
          <c:idx val="6"/>
          <c:order val="6"/>
          <c:tx>
            <c:strRef>
              <c:f>Sheet1!$A$8</c:f>
              <c:strCache>
                <c:ptCount val="1"/>
                <c:pt idx="0">
                  <c:v>7</c:v>
                </c:pt>
              </c:strCache>
            </c:strRef>
          </c:tx>
          <c:spPr>
            <a:prstGeom prst="rect">
              <a:avLst/>
            </a:prstGeom>
            <a:solidFill>
              <a:srgbClr val="FA815F"/>
            </a:solidFill>
            <a:ln w="5357">
              <a:noFill/>
              <a:prstDash val="solid"/>
            </a:ln>
          </c:spPr>
          <c:invertIfNegative val="0"/>
          <c:cat>
            <c:strRef>
              <c:f>Sheet1!$B$1:$E$1</c:f>
              <c:strCache>
                <c:ptCount val="4"/>
                <c:pt idx="0">
                  <c:v>1 кв</c:v>
                </c:pt>
                <c:pt idx="1">
                  <c:v>2 кв</c:v>
                </c:pt>
                <c:pt idx="2">
                  <c:v>3 кв</c:v>
                </c:pt>
                <c:pt idx="3">
                  <c:v>4 кв</c:v>
                </c:pt>
              </c:strCache>
            </c:strRef>
          </c:cat>
          <c:val>
            <c:numRef>
              <c:f>Sheet1!$B$8:$E$8</c:f>
              <c:numCache>
                <c:formatCode>\О\с\н\о\в\н\о\й</c:formatCode>
                <c:ptCount val="4"/>
                <c:pt idx="0">
                  <c:v>32</c:v>
                </c:pt>
                <c:pt idx="1">
                  <c:v>145</c:v>
                </c:pt>
                <c:pt idx="2">
                  <c:v>22</c:v>
                </c:pt>
                <c:pt idx="3">
                  <c:v>145</c:v>
                </c:pt>
              </c:numCache>
            </c:numRef>
          </c:val>
          <c:extLst>
            <c:ext xmlns:c16="http://schemas.microsoft.com/office/drawing/2014/chart" uri="{C3380CC4-5D6E-409C-BE32-E72D297353CC}">
              <c16:uniqueId val="{00000006-1970-4053-ADC0-6A61F1954B8E}"/>
            </c:ext>
          </c:extLst>
        </c:ser>
        <c:ser>
          <c:idx val="8"/>
          <c:order val="7"/>
          <c:tx>
            <c:strRef>
              <c:f>Sheet1!$A$10</c:f>
              <c:strCache>
                <c:ptCount val="1"/>
                <c:pt idx="0">
                  <c:v>9</c:v>
                </c:pt>
              </c:strCache>
            </c:strRef>
          </c:tx>
          <c:spPr>
            <a:prstGeom prst="rect">
              <a:avLst/>
            </a:prstGeom>
            <a:solidFill>
              <a:srgbClr val="FEB47B"/>
            </a:solidFill>
            <a:ln w="5357">
              <a:noFill/>
              <a:prstDash val="solid"/>
            </a:ln>
          </c:spPr>
          <c:invertIfNegative val="0"/>
          <c:cat>
            <c:strRef>
              <c:f>Sheet1!$B$1:$E$1</c:f>
              <c:strCache>
                <c:ptCount val="4"/>
                <c:pt idx="0">
                  <c:v>1 кв</c:v>
                </c:pt>
                <c:pt idx="1">
                  <c:v>2 кв</c:v>
                </c:pt>
                <c:pt idx="2">
                  <c:v>3 кв</c:v>
                </c:pt>
                <c:pt idx="3">
                  <c:v>4 кв</c:v>
                </c:pt>
              </c:strCache>
            </c:strRef>
          </c:cat>
          <c:val>
            <c:numRef>
              <c:f>Sheet1!$B$10:$E$10</c:f>
              <c:numCache>
                <c:formatCode>\О\с\н\о\в\н\о\й</c:formatCode>
                <c:ptCount val="4"/>
                <c:pt idx="0">
                  <c:v>12</c:v>
                </c:pt>
                <c:pt idx="1">
                  <c:v>90</c:v>
                </c:pt>
                <c:pt idx="2">
                  <c:v>32</c:v>
                </c:pt>
                <c:pt idx="3">
                  <c:v>90</c:v>
                </c:pt>
              </c:numCache>
            </c:numRef>
          </c:val>
          <c:extLst>
            <c:ext xmlns:c16="http://schemas.microsoft.com/office/drawing/2014/chart" uri="{C3380CC4-5D6E-409C-BE32-E72D297353CC}">
              <c16:uniqueId val="{00000007-1970-4053-ADC0-6A61F1954B8E}"/>
            </c:ext>
          </c:extLst>
        </c:ser>
        <c:ser>
          <c:idx val="9"/>
          <c:order val="8"/>
          <c:tx>
            <c:strRef>
              <c:f>Sheet1!$A$11</c:f>
              <c:strCache>
                <c:ptCount val="1"/>
                <c:pt idx="0">
                  <c:v>10</c:v>
                </c:pt>
              </c:strCache>
            </c:strRef>
          </c:tx>
          <c:spPr>
            <a:prstGeom prst="rect">
              <a:avLst/>
            </a:prstGeom>
            <a:solidFill>
              <a:srgbClr val="FDE5A7"/>
            </a:solidFill>
            <a:ln w="5357">
              <a:noFill/>
              <a:prstDash val="solid"/>
            </a:ln>
          </c:spPr>
          <c:invertIfNegative val="0"/>
          <c:cat>
            <c:strRef>
              <c:f>Sheet1!$B$1:$E$1</c:f>
              <c:strCache>
                <c:ptCount val="4"/>
                <c:pt idx="0">
                  <c:v>1 кв</c:v>
                </c:pt>
                <c:pt idx="1">
                  <c:v>2 кв</c:v>
                </c:pt>
                <c:pt idx="2">
                  <c:v>3 кв</c:v>
                </c:pt>
                <c:pt idx="3">
                  <c:v>4 кв</c:v>
                </c:pt>
              </c:strCache>
            </c:strRef>
          </c:cat>
          <c:val>
            <c:numRef>
              <c:f>Sheet1!$B$11:$E$11</c:f>
              <c:numCache>
                <c:formatCode>\О\с\н\о\в\н\о\й</c:formatCode>
                <c:ptCount val="4"/>
                <c:pt idx="0">
                  <c:v>14</c:v>
                </c:pt>
                <c:pt idx="1">
                  <c:v>44</c:v>
                </c:pt>
                <c:pt idx="2">
                  <c:v>44</c:v>
                </c:pt>
                <c:pt idx="3">
                  <c:v>21</c:v>
                </c:pt>
              </c:numCache>
            </c:numRef>
          </c:val>
          <c:extLst>
            <c:ext xmlns:c16="http://schemas.microsoft.com/office/drawing/2014/chart" uri="{C3380CC4-5D6E-409C-BE32-E72D297353CC}">
              <c16:uniqueId val="{00000008-1970-4053-ADC0-6A61F1954B8E}"/>
            </c:ext>
          </c:extLst>
        </c:ser>
        <c:ser>
          <c:idx val="10"/>
          <c:order val="9"/>
          <c:tx>
            <c:strRef>
              <c:f>Sheet1!$A$12</c:f>
              <c:strCache>
                <c:ptCount val="1"/>
                <c:pt idx="0">
                  <c:v>11</c:v>
                </c:pt>
              </c:strCache>
            </c:strRef>
          </c:tx>
          <c:spPr>
            <a:prstGeom prst="rect">
              <a:avLst/>
            </a:prstGeom>
            <a:solidFill>
              <a:srgbClr val="FCFDBF"/>
            </a:solidFill>
            <a:ln w="5357">
              <a:noFill/>
              <a:prstDash val="solid"/>
            </a:ln>
          </c:spPr>
          <c:invertIfNegative val="0"/>
          <c:cat>
            <c:strRef>
              <c:f>Sheet1!$B$1:$E$1</c:f>
              <c:strCache>
                <c:ptCount val="4"/>
                <c:pt idx="0">
                  <c:v>1 кв</c:v>
                </c:pt>
                <c:pt idx="1">
                  <c:v>2 кв</c:v>
                </c:pt>
                <c:pt idx="2">
                  <c:v>3 кв</c:v>
                </c:pt>
                <c:pt idx="3">
                  <c:v>4 кв</c:v>
                </c:pt>
              </c:strCache>
            </c:strRef>
          </c:cat>
          <c:val>
            <c:numRef>
              <c:f>Sheet1!$B$12:$E$12</c:f>
              <c:numCache>
                <c:formatCode>\О\с\н\о\в\н\о\й</c:formatCode>
                <c:ptCount val="4"/>
                <c:pt idx="0">
                  <c:v>145</c:v>
                </c:pt>
                <c:pt idx="1">
                  <c:v>12</c:v>
                </c:pt>
                <c:pt idx="2">
                  <c:v>12</c:v>
                </c:pt>
                <c:pt idx="3">
                  <c:v>22</c:v>
                </c:pt>
              </c:numCache>
            </c:numRef>
          </c:val>
          <c:extLst>
            <c:ext xmlns:c16="http://schemas.microsoft.com/office/drawing/2014/chart" uri="{C3380CC4-5D6E-409C-BE32-E72D297353CC}">
              <c16:uniqueId val="{00000009-1970-4053-ADC0-6A61F1954B8E}"/>
            </c:ext>
          </c:extLst>
        </c:ser>
        <c:ser>
          <c:idx val="11"/>
          <c:order val="10"/>
          <c:tx>
            <c:strRef>
              <c:f>Sheet1!$A$13</c:f>
              <c:strCache>
                <c:ptCount val="1"/>
                <c:pt idx="0">
                  <c:v>12</c:v>
                </c:pt>
              </c:strCache>
            </c:strRef>
          </c:tx>
          <c:spPr>
            <a:prstGeom prst="rect">
              <a:avLst/>
            </a:prstGeom>
            <a:solidFill>
              <a:srgbClr val="FEF467"/>
            </a:solidFill>
            <a:ln w="5357">
              <a:noFill/>
              <a:prstDash val="solid"/>
            </a:ln>
          </c:spPr>
          <c:invertIfNegative val="0"/>
          <c:cat>
            <c:strRef>
              <c:f>Sheet1!$B$1:$E$1</c:f>
              <c:strCache>
                <c:ptCount val="4"/>
                <c:pt idx="0">
                  <c:v>1 кв</c:v>
                </c:pt>
                <c:pt idx="1">
                  <c:v>2 кв</c:v>
                </c:pt>
                <c:pt idx="2">
                  <c:v>3 кв</c:v>
                </c:pt>
                <c:pt idx="3">
                  <c:v>4 кв</c:v>
                </c:pt>
              </c:strCache>
            </c:strRef>
          </c:cat>
          <c:val>
            <c:numRef>
              <c:f>Sheet1!$B$13:$E$13</c:f>
              <c:numCache>
                <c:formatCode>\О\с\н\о\в\н\о\й</c:formatCode>
                <c:ptCount val="4"/>
                <c:pt idx="0">
                  <c:v>54</c:v>
                </c:pt>
                <c:pt idx="1">
                  <c:v>14</c:v>
                </c:pt>
                <c:pt idx="2">
                  <c:v>14</c:v>
                </c:pt>
                <c:pt idx="3">
                  <c:v>30</c:v>
                </c:pt>
              </c:numCache>
            </c:numRef>
          </c:val>
          <c:extLst>
            <c:ext xmlns:c16="http://schemas.microsoft.com/office/drawing/2014/chart" uri="{C3380CC4-5D6E-409C-BE32-E72D297353CC}">
              <c16:uniqueId val="{0000000A-1970-4053-ADC0-6A61F1954B8E}"/>
            </c:ext>
          </c:extLst>
        </c:ser>
        <c:ser>
          <c:idx val="13"/>
          <c:order val="11"/>
          <c:tx>
            <c:strRef>
              <c:f>Sheet1!$A$15</c:f>
              <c:strCache>
                <c:ptCount val="1"/>
                <c:pt idx="0">
                  <c:v>14</c:v>
                </c:pt>
              </c:strCache>
            </c:strRef>
          </c:tx>
          <c:spPr>
            <a:prstGeom prst="rect">
              <a:avLst/>
            </a:prstGeom>
            <a:solidFill>
              <a:srgbClr val="FEED01"/>
            </a:solidFill>
            <a:ln w="5357">
              <a:noFill/>
              <a:prstDash val="solid"/>
            </a:ln>
          </c:spPr>
          <c:invertIfNegative val="0"/>
          <c:cat>
            <c:strRef>
              <c:f>Sheet1!$B$1:$E$1</c:f>
              <c:strCache>
                <c:ptCount val="4"/>
                <c:pt idx="0">
                  <c:v>1 кв</c:v>
                </c:pt>
                <c:pt idx="1">
                  <c:v>2 кв</c:v>
                </c:pt>
                <c:pt idx="2">
                  <c:v>3 кв</c:v>
                </c:pt>
                <c:pt idx="3">
                  <c:v>4 кв</c:v>
                </c:pt>
              </c:strCache>
            </c:strRef>
          </c:cat>
          <c:val>
            <c:numRef>
              <c:f>Sheet1!$B$15:$E$15</c:f>
              <c:numCache>
                <c:formatCode>\О\с\н\о\в\н\о\й</c:formatCode>
                <c:ptCount val="4"/>
                <c:pt idx="0">
                  <c:v>66</c:v>
                </c:pt>
                <c:pt idx="1">
                  <c:v>54</c:v>
                </c:pt>
                <c:pt idx="2">
                  <c:v>54</c:v>
                </c:pt>
                <c:pt idx="3">
                  <c:v>66</c:v>
                </c:pt>
              </c:numCache>
            </c:numRef>
          </c:val>
          <c:extLst>
            <c:ext xmlns:c16="http://schemas.microsoft.com/office/drawing/2014/chart" uri="{C3380CC4-5D6E-409C-BE32-E72D297353CC}">
              <c16:uniqueId val="{0000000B-1970-4053-ADC0-6A61F1954B8E}"/>
            </c:ext>
          </c:extLst>
        </c:ser>
        <c:ser>
          <c:idx val="14"/>
          <c:order val="12"/>
          <c:tx>
            <c:strRef>
              <c:f>Sheet1!$A$16</c:f>
              <c:strCache>
                <c:ptCount val="1"/>
              </c:strCache>
            </c:strRef>
          </c:tx>
          <c:spPr>
            <a:prstGeom prst="rect">
              <a:avLst/>
            </a:prstGeom>
            <a:solidFill>
              <a:srgbClr val="008080"/>
            </a:solidFill>
            <a:ln w="5357">
              <a:solidFill>
                <a:schemeClr val="tx1"/>
              </a:solidFill>
              <a:prstDash val="solid"/>
            </a:ln>
          </c:spPr>
          <c:invertIfNegative val="0"/>
          <c:cat>
            <c:strRef>
              <c:f>Sheet1!$B$1:$E$1</c:f>
              <c:strCache>
                <c:ptCount val="4"/>
                <c:pt idx="0">
                  <c:v>1 кв</c:v>
                </c:pt>
                <c:pt idx="1">
                  <c:v>2 кв</c:v>
                </c:pt>
                <c:pt idx="2">
                  <c:v>3 кв</c:v>
                </c:pt>
                <c:pt idx="3">
                  <c:v>4 кв</c:v>
                </c:pt>
              </c:strCache>
            </c:strRef>
          </c:cat>
          <c:val>
            <c:numRef>
              <c:f>Sheet1!$B$16:$E$16</c:f>
              <c:numCache>
                <c:formatCode>General</c:formatCode>
                <c:ptCount val="4"/>
              </c:numCache>
            </c:numRef>
          </c:val>
          <c:extLst>
            <c:ext xmlns:c16="http://schemas.microsoft.com/office/drawing/2014/chart" uri="{C3380CC4-5D6E-409C-BE32-E72D297353CC}">
              <c16:uniqueId val="{0000000C-1970-4053-ADC0-6A61F1954B8E}"/>
            </c:ext>
          </c:extLst>
        </c:ser>
        <c:dLbls>
          <c:showLegendKey val="0"/>
          <c:showVal val="0"/>
          <c:showCatName val="0"/>
          <c:showSerName val="0"/>
          <c:showPercent val="0"/>
          <c:showBubbleSize val="0"/>
        </c:dLbls>
        <c:gapWidth val="150"/>
        <c:axId val="1361887327"/>
        <c:axId val="1"/>
      </c:barChart>
      <c:catAx>
        <c:axId val="1361887327"/>
        <c:scaling>
          <c:orientation val="minMax"/>
        </c:scaling>
        <c:delete val="0"/>
        <c:axPos val="b"/>
        <c:numFmt formatCode="General" sourceLinked="1"/>
        <c:majorTickMark val="out"/>
        <c:minorTickMark val="none"/>
        <c:tickLblPos val="nextTo"/>
        <c:spPr>
          <a:prstGeom prst="rect">
            <a:avLst/>
          </a:prstGeom>
          <a:ln w="1339">
            <a:solidFill>
              <a:schemeClr val="tx1"/>
            </a:solidFill>
            <a:prstDash val="solid"/>
          </a:ln>
        </c:spPr>
        <c:txPr>
          <a:bodyPr rot="0" vert="horz"/>
          <a:lstStyle/>
          <a:p>
            <a:pPr>
              <a:defRPr sz="1000" b="1" i="0" u="none" strike="noStrike">
                <a:solidFill>
                  <a:schemeClr val="tx1"/>
                </a:solidFill>
                <a:latin typeface="Calibri"/>
                <a:ea typeface="Calibri"/>
                <a:cs typeface="Calibri"/>
              </a:defRPr>
            </a:pPr>
            <a:endParaRPr lang="ru-RU"/>
          </a:p>
        </c:txPr>
        <c:crossAx val="1"/>
        <c:crosses val="autoZero"/>
        <c:auto val="1"/>
        <c:lblAlgn val="ctr"/>
        <c:lblOffset val="100"/>
        <c:tickLblSkip val="1"/>
        <c:tickMarkSkip val="1"/>
        <c:noMultiLvlLbl val="0"/>
      </c:catAx>
      <c:valAx>
        <c:axId val="1"/>
        <c:scaling>
          <c:orientation val="minMax"/>
        </c:scaling>
        <c:delete val="0"/>
        <c:axPos val="l"/>
        <c:majorGridlines>
          <c:spPr>
            <a:prstGeom prst="rect">
              <a:avLst/>
            </a:prstGeom>
            <a:ln w="1339">
              <a:solidFill>
                <a:schemeClr val="tx1"/>
              </a:solidFill>
              <a:prstDash val="solid"/>
            </a:ln>
          </c:spPr>
        </c:majorGridlines>
        <c:numFmt formatCode="\О\с\н\о\в\н\о\й" sourceLinked="1"/>
        <c:majorTickMark val="out"/>
        <c:minorTickMark val="none"/>
        <c:tickLblPos val="nextTo"/>
        <c:spPr>
          <a:prstGeom prst="rect">
            <a:avLst/>
          </a:prstGeom>
          <a:ln w="1339">
            <a:solidFill>
              <a:schemeClr val="tx1"/>
            </a:solidFill>
            <a:prstDash val="solid"/>
          </a:ln>
        </c:spPr>
        <c:txPr>
          <a:bodyPr rot="0" vert="horz"/>
          <a:lstStyle/>
          <a:p>
            <a:pPr>
              <a:defRPr sz="1000" b="1" i="0" u="none" strike="noStrike">
                <a:solidFill>
                  <a:schemeClr val="tx1"/>
                </a:solidFill>
                <a:latin typeface="Calibri"/>
                <a:ea typeface="Calibri"/>
                <a:cs typeface="Calibri"/>
              </a:defRPr>
            </a:pPr>
            <a:endParaRPr lang="ru-RU"/>
          </a:p>
        </c:txPr>
        <c:crossAx val="1361887327"/>
        <c:crosses val="autoZero"/>
        <c:crossBetween val="between"/>
      </c:valAx>
      <c:spPr>
        <a:prstGeom prst="rect">
          <a:avLst/>
        </a:prstGeom>
        <a:noFill/>
        <a:ln w="5357">
          <a:solidFill>
            <a:schemeClr val="tx1"/>
          </a:solidFill>
          <a:prstDash val="solid"/>
        </a:ln>
      </c:spPr>
    </c:plotArea>
    <c:legend>
      <c:legendPos val="r"/>
      <c:overlay val="0"/>
      <c:spPr>
        <a:prstGeom prst="rect">
          <a:avLst/>
        </a:prstGeom>
        <a:noFill/>
        <a:ln w="1339">
          <a:noFill/>
          <a:prstDash val="solid"/>
        </a:ln>
      </c:spPr>
      <c:txPr>
        <a:bodyPr/>
        <a:lstStyle/>
        <a:p>
          <a:pPr>
            <a:defRPr sz="950" b="1" i="0" u="none" strike="noStrike">
              <a:solidFill>
                <a:schemeClr val="tx1"/>
              </a:solidFill>
              <a:latin typeface="Calibri"/>
              <a:ea typeface="Calibri"/>
              <a:cs typeface="Calibri"/>
            </a:defRPr>
          </a:pPr>
          <a:endParaRPr lang="ru-RU"/>
        </a:p>
      </c:txPr>
    </c:legend>
    <c:plotVisOnly val="1"/>
    <c:dispBlanksAs val="gap"/>
    <c:showDLblsOverMax val="0"/>
  </c:chart>
  <c:spPr>
    <a:xfrm>
      <a:off x="482600" y="1746250"/>
      <a:ext cx="5430838" cy="2290763"/>
    </a:xfrm>
    <a:prstGeom prst="rect">
      <a:avLst/>
    </a:prstGeom>
    <a:noFill/>
    <a:ln>
      <a:noFill/>
    </a:ln>
  </c:spPr>
  <c:txPr>
    <a:bodyPr/>
    <a:lstStyle/>
    <a:p>
      <a:pPr>
        <a:defRPr sz="1000" b="1" i="0" u="none" strike="noStrike">
          <a:solidFill>
            <a:schemeClr val="tx1"/>
          </a:solidFill>
          <a:latin typeface="Calibri"/>
          <a:ea typeface="Calibri"/>
          <a:cs typeface="Calibri"/>
        </a:defRPr>
      </a:pPr>
      <a:endParaRPr lang="ru-RU"/>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680000000000001E-3"/>
          <c:y val="5.4609999999999997E-3"/>
          <c:w val="0.42137000000000002"/>
          <c:h val="0.98361799999999999"/>
        </c:manualLayout>
      </c:layout>
      <c:pieChart>
        <c:varyColors val="1"/>
        <c:ser>
          <c:idx val="0"/>
          <c:order val="0"/>
          <c:tx>
            <c:strRef>
              <c:f>Sheet1!$A$2</c:f>
              <c:strCache>
                <c:ptCount val="1"/>
                <c:pt idx="0">
                  <c:v>1</c:v>
                </c:pt>
              </c:strCache>
            </c:strRef>
          </c:tx>
          <c:dPt>
            <c:idx val="0"/>
            <c:bubble3D val="0"/>
            <c:spPr bwMode="auto">
              <a:prstGeom prst="rect">
                <a:avLst/>
              </a:prstGeom>
              <a:solidFill>
                <a:srgbClr val="FEF467"/>
              </a:solidFill>
              <a:ln w="19050">
                <a:solidFill>
                  <a:schemeClr val="lt1"/>
                </a:solidFill>
              </a:ln>
              <a:effectLst/>
            </c:spPr>
            <c:extLst>
              <c:ext xmlns:c16="http://schemas.microsoft.com/office/drawing/2014/chart" uri="{C3380CC4-5D6E-409C-BE32-E72D297353CC}">
                <c16:uniqueId val="{00000001-47D2-426C-A8DF-E0B09197926C}"/>
              </c:ext>
            </c:extLst>
          </c:dPt>
          <c:dPt>
            <c:idx val="1"/>
            <c:bubble3D val="0"/>
            <c:spPr bwMode="auto">
              <a:prstGeom prst="rect">
                <a:avLst/>
              </a:prstGeom>
              <a:solidFill>
                <a:srgbClr val="FEED01"/>
              </a:solidFill>
              <a:ln w="19050">
                <a:solidFill>
                  <a:schemeClr val="lt1"/>
                </a:solidFill>
              </a:ln>
              <a:effectLst/>
            </c:spPr>
            <c:extLst>
              <c:ext xmlns:c16="http://schemas.microsoft.com/office/drawing/2014/chart" uri="{C3380CC4-5D6E-409C-BE32-E72D297353CC}">
                <c16:uniqueId val="{00000003-47D2-426C-A8DF-E0B09197926C}"/>
              </c:ext>
            </c:extLst>
          </c:dPt>
          <c:dPt>
            <c:idx val="2"/>
            <c:bubble3D val="0"/>
            <c:spPr bwMode="auto">
              <a:prstGeom prst="rect">
                <a:avLst/>
              </a:prstGeom>
              <a:solidFill>
                <a:srgbClr val="24184E"/>
              </a:solidFill>
              <a:ln w="19050">
                <a:solidFill>
                  <a:schemeClr val="lt1"/>
                </a:solidFill>
              </a:ln>
              <a:effectLst/>
            </c:spPr>
            <c:extLst>
              <c:ext xmlns:c16="http://schemas.microsoft.com/office/drawing/2014/chart" uri="{C3380CC4-5D6E-409C-BE32-E72D297353CC}">
                <c16:uniqueId val="{00000005-47D2-426C-A8DF-E0B09197926C}"/>
              </c:ext>
            </c:extLst>
          </c:dPt>
          <c:dPt>
            <c:idx val="3"/>
            <c:bubble3D val="0"/>
            <c:spPr bwMode="auto">
              <a:prstGeom prst="rect">
                <a:avLst/>
              </a:prstGeom>
              <a:solidFill>
                <a:srgbClr val="372579"/>
              </a:solidFill>
              <a:ln w="19050">
                <a:solidFill>
                  <a:schemeClr val="lt1"/>
                </a:solidFill>
              </a:ln>
              <a:effectLst/>
            </c:spPr>
            <c:extLst>
              <c:ext xmlns:c16="http://schemas.microsoft.com/office/drawing/2014/chart" uri="{C3380CC4-5D6E-409C-BE32-E72D297353CC}">
                <c16:uniqueId val="{00000007-47D2-426C-A8DF-E0B09197926C}"/>
              </c:ext>
            </c:extLst>
          </c:dPt>
          <c:dPt>
            <c:idx val="4"/>
            <c:bubble3D val="0"/>
            <c:spPr bwMode="auto">
              <a:prstGeom prst="rect">
                <a:avLst/>
              </a:prstGeom>
              <a:solidFill>
                <a:srgbClr val="47309C"/>
              </a:solidFill>
              <a:ln w="19050">
                <a:solidFill>
                  <a:schemeClr val="lt1"/>
                </a:solidFill>
              </a:ln>
              <a:effectLst/>
            </c:spPr>
            <c:extLst>
              <c:ext xmlns:c16="http://schemas.microsoft.com/office/drawing/2014/chart" uri="{C3380CC4-5D6E-409C-BE32-E72D297353CC}">
                <c16:uniqueId val="{00000009-47D2-426C-A8DF-E0B09197926C}"/>
              </c:ext>
            </c:extLst>
          </c:dPt>
          <c:dPt>
            <c:idx val="5"/>
            <c:bubble3D val="0"/>
            <c:spPr bwMode="auto">
              <a:prstGeom prst="rect">
                <a:avLst/>
              </a:prstGeom>
              <a:solidFill>
                <a:srgbClr val="762181"/>
              </a:solidFill>
              <a:ln w="19050">
                <a:solidFill>
                  <a:schemeClr val="lt1"/>
                </a:solidFill>
              </a:ln>
              <a:effectLst/>
            </c:spPr>
            <c:extLst>
              <c:ext xmlns:c16="http://schemas.microsoft.com/office/drawing/2014/chart" uri="{C3380CC4-5D6E-409C-BE32-E72D297353CC}">
                <c16:uniqueId val="{0000000B-47D2-426C-A8DF-E0B09197926C}"/>
              </c:ext>
            </c:extLst>
          </c:dPt>
          <c:dPt>
            <c:idx val="6"/>
            <c:bubble3D val="0"/>
            <c:spPr bwMode="auto">
              <a:prstGeom prst="rect">
                <a:avLst/>
              </a:prstGeom>
              <a:solidFill>
                <a:srgbClr val="942C80"/>
              </a:solidFill>
              <a:ln w="19050">
                <a:solidFill>
                  <a:schemeClr val="lt1"/>
                </a:solidFill>
              </a:ln>
              <a:effectLst/>
            </c:spPr>
            <c:extLst>
              <c:ext xmlns:c16="http://schemas.microsoft.com/office/drawing/2014/chart" uri="{C3380CC4-5D6E-409C-BE32-E72D297353CC}">
                <c16:uniqueId val="{0000000D-47D2-426C-A8DF-E0B09197926C}"/>
              </c:ext>
            </c:extLst>
          </c:dPt>
          <c:dPt>
            <c:idx val="7"/>
            <c:bubble3D val="0"/>
            <c:spPr bwMode="auto">
              <a:prstGeom prst="rect">
                <a:avLst/>
              </a:prstGeom>
              <a:solidFill>
                <a:srgbClr val="AB337C"/>
              </a:solidFill>
              <a:ln w="19050">
                <a:solidFill>
                  <a:schemeClr val="lt1"/>
                </a:solidFill>
              </a:ln>
              <a:effectLst/>
            </c:spPr>
            <c:extLst>
              <c:ext xmlns:c16="http://schemas.microsoft.com/office/drawing/2014/chart" uri="{C3380CC4-5D6E-409C-BE32-E72D297353CC}">
                <c16:uniqueId val="{0000000F-47D2-426C-A8DF-E0B09197926C}"/>
              </c:ext>
            </c:extLst>
          </c:dPt>
          <c:dPt>
            <c:idx val="8"/>
            <c:bubble3D val="0"/>
            <c:spPr bwMode="auto">
              <a:prstGeom prst="rect">
                <a:avLst/>
              </a:prstGeom>
              <a:solidFill>
                <a:srgbClr val="D6456C"/>
              </a:solidFill>
              <a:ln w="19050">
                <a:solidFill>
                  <a:schemeClr val="lt1"/>
                </a:solidFill>
              </a:ln>
              <a:effectLst/>
            </c:spPr>
            <c:extLst>
              <c:ext xmlns:c16="http://schemas.microsoft.com/office/drawing/2014/chart" uri="{C3380CC4-5D6E-409C-BE32-E72D297353CC}">
                <c16:uniqueId val="{00000011-47D2-426C-A8DF-E0B09197926C}"/>
              </c:ext>
            </c:extLst>
          </c:dPt>
          <c:dPt>
            <c:idx val="9"/>
            <c:bubble3D val="0"/>
            <c:spPr bwMode="auto">
              <a:prstGeom prst="rect">
                <a:avLst/>
              </a:prstGeom>
              <a:solidFill>
                <a:srgbClr val="FA815F"/>
              </a:solidFill>
              <a:ln w="19050">
                <a:solidFill>
                  <a:schemeClr val="lt1"/>
                </a:solidFill>
              </a:ln>
              <a:effectLst/>
            </c:spPr>
            <c:extLst>
              <c:ext xmlns:c16="http://schemas.microsoft.com/office/drawing/2014/chart" uri="{C3380CC4-5D6E-409C-BE32-E72D297353CC}">
                <c16:uniqueId val="{00000013-47D2-426C-A8DF-E0B09197926C}"/>
              </c:ext>
            </c:extLst>
          </c:dPt>
          <c:dPt>
            <c:idx val="10"/>
            <c:bubble3D val="0"/>
            <c:spPr bwMode="auto">
              <a:prstGeom prst="rect">
                <a:avLst/>
              </a:prstGeom>
              <a:solidFill>
                <a:srgbClr val="FEB47B"/>
              </a:solidFill>
              <a:ln w="19050">
                <a:solidFill>
                  <a:schemeClr val="lt1"/>
                </a:solidFill>
              </a:ln>
              <a:effectLst/>
            </c:spPr>
            <c:extLst>
              <c:ext xmlns:c16="http://schemas.microsoft.com/office/drawing/2014/chart" uri="{C3380CC4-5D6E-409C-BE32-E72D297353CC}">
                <c16:uniqueId val="{00000015-47D2-426C-A8DF-E0B09197926C}"/>
              </c:ext>
            </c:extLst>
          </c:dPt>
          <c:dPt>
            <c:idx val="11"/>
            <c:bubble3D val="0"/>
            <c:spPr bwMode="auto">
              <a:prstGeom prst="rect">
                <a:avLst/>
              </a:prstGeom>
              <a:solidFill>
                <a:srgbClr val="FDE5A7"/>
              </a:solidFill>
              <a:ln w="19050">
                <a:solidFill>
                  <a:schemeClr val="lt1"/>
                </a:solidFill>
              </a:ln>
              <a:effectLst/>
            </c:spPr>
            <c:extLst>
              <c:ext xmlns:c16="http://schemas.microsoft.com/office/drawing/2014/chart" uri="{C3380CC4-5D6E-409C-BE32-E72D297353CC}">
                <c16:uniqueId val="{00000017-47D2-426C-A8DF-E0B09197926C}"/>
              </c:ext>
            </c:extLst>
          </c:dPt>
          <c:dPt>
            <c:idx val="12"/>
            <c:bubble3D val="0"/>
            <c:spPr bwMode="auto">
              <a:prstGeom prst="rect">
                <a:avLst/>
              </a:prstGeom>
              <a:solidFill>
                <a:srgbClr val="FCFDBF"/>
              </a:solidFill>
              <a:ln w="19050">
                <a:solidFill>
                  <a:schemeClr val="lt1"/>
                </a:solidFill>
              </a:ln>
              <a:effectLst/>
            </c:spPr>
            <c:extLst>
              <c:ext xmlns:c16="http://schemas.microsoft.com/office/drawing/2014/chart" uri="{C3380CC4-5D6E-409C-BE32-E72D297353CC}">
                <c16:uniqueId val="{00000019-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Sheet1!$B$2:$N$2</c:f>
              <c:numCache>
                <c:formatCode>\О\с\н\о\в\н\о\й</c:formatCode>
                <c:ptCount val="13"/>
                <c:pt idx="0">
                  <c:v>20.399999999999999</c:v>
                </c:pt>
                <c:pt idx="1">
                  <c:v>27.4</c:v>
                </c:pt>
                <c:pt idx="2">
                  <c:v>90</c:v>
                </c:pt>
                <c:pt idx="3">
                  <c:v>20.399999999999999</c:v>
                </c:pt>
                <c:pt idx="4">
                  <c:v>27.4</c:v>
                </c:pt>
                <c:pt idx="5">
                  <c:v>27.4</c:v>
                </c:pt>
                <c:pt idx="6">
                  <c:v>88</c:v>
                </c:pt>
                <c:pt idx="7">
                  <c:v>20.399999999999999</c:v>
                </c:pt>
                <c:pt idx="8">
                  <c:v>45.9</c:v>
                </c:pt>
                <c:pt idx="9">
                  <c:v>30.6</c:v>
                </c:pt>
                <c:pt idx="10">
                  <c:v>20.399999999999999</c:v>
                </c:pt>
                <c:pt idx="11">
                  <c:v>45.9</c:v>
                </c:pt>
                <c:pt idx="12">
                  <c:v>45.9</c:v>
                </c:pt>
              </c:numCache>
            </c:numRef>
          </c:val>
          <c:extLst>
            <c:ext xmlns:c16="http://schemas.microsoft.com/office/drawing/2014/chart" uri="{C3380CC4-5D6E-409C-BE32-E72D297353CC}">
              <c16:uniqueId val="{0000001A-47D2-426C-A8DF-E0B09197926C}"/>
            </c:ext>
          </c:extLst>
        </c:ser>
        <c:ser>
          <c:idx val="1"/>
          <c:order val="1"/>
          <c:tx>
            <c:strRef>
              <c:f>Sheet1!$A$3</c:f>
              <c:strCache>
                <c:ptCount val="1"/>
                <c:pt idx="0">
                  <c:v>2</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1C-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1E-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20-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22-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24-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26-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28-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2A-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2C-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2E-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30-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32-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34-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Sheet1!$B$3:$N$3</c:f>
              <c:numCache>
                <c:formatCode>\О\с\н\о\в\н\о\й</c:formatCode>
                <c:ptCount val="13"/>
                <c:pt idx="0">
                  <c:v>30.6</c:v>
                </c:pt>
                <c:pt idx="1">
                  <c:v>38.6</c:v>
                </c:pt>
                <c:pt idx="2">
                  <c:v>34.6</c:v>
                </c:pt>
                <c:pt idx="3">
                  <c:v>31.6</c:v>
                </c:pt>
                <c:pt idx="4">
                  <c:v>38.6</c:v>
                </c:pt>
                <c:pt idx="5">
                  <c:v>38.6</c:v>
                </c:pt>
              </c:numCache>
            </c:numRef>
          </c:val>
          <c:extLst>
            <c:ext xmlns:c16="http://schemas.microsoft.com/office/drawing/2014/chart" uri="{C3380CC4-5D6E-409C-BE32-E72D297353CC}">
              <c16:uniqueId val="{00000035-47D2-426C-A8DF-E0B09197926C}"/>
            </c:ext>
          </c:extLst>
        </c:ser>
        <c:ser>
          <c:idx val="2"/>
          <c:order val="2"/>
          <c:tx>
            <c:strRef>
              <c:f>Sheet1!$A$4</c:f>
              <c:strCache>
                <c:ptCount val="1"/>
                <c:pt idx="0">
                  <c:v>3</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37-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39-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3B-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3D-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3F-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41-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43-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45-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47-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49-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4B-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4D-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4F-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Sheet1!$B$4:$N$4</c:f>
              <c:numCache>
                <c:formatCode>\О\с\н\о\в\н\о\й</c:formatCode>
                <c:ptCount val="13"/>
                <c:pt idx="0">
                  <c:v>45.9</c:v>
                </c:pt>
                <c:pt idx="1">
                  <c:v>46.9</c:v>
                </c:pt>
                <c:pt idx="2">
                  <c:v>45</c:v>
                </c:pt>
                <c:pt idx="3">
                  <c:v>43.9</c:v>
                </c:pt>
                <c:pt idx="4">
                  <c:v>46.9</c:v>
                </c:pt>
                <c:pt idx="5">
                  <c:v>46.9</c:v>
                </c:pt>
              </c:numCache>
            </c:numRef>
          </c:val>
          <c:extLst>
            <c:ext xmlns:c16="http://schemas.microsoft.com/office/drawing/2014/chart" uri="{C3380CC4-5D6E-409C-BE32-E72D297353CC}">
              <c16:uniqueId val="{00000050-47D2-426C-A8DF-E0B09197926C}"/>
            </c:ext>
          </c:extLst>
        </c:ser>
        <c:ser>
          <c:idx val="3"/>
          <c:order val="3"/>
          <c:tx>
            <c:strRef>
              <c:f>Sheet1!$A$5</c:f>
              <c:strCache>
                <c:ptCount val="1"/>
                <c:pt idx="0">
                  <c:v>34</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52-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54-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56-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58-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5A-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5C-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5E-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60-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62-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64-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66-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68-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6A-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Sheet1!$B$5:$N$5</c:f>
              <c:numCache>
                <c:formatCode>\О\с\н\о\в\н\о\й</c:formatCode>
                <c:ptCount val="13"/>
                <c:pt idx="0">
                  <c:v>45</c:v>
                </c:pt>
                <c:pt idx="1">
                  <c:v>30.6</c:v>
                </c:pt>
                <c:pt idx="2">
                  <c:v>43.9</c:v>
                </c:pt>
                <c:pt idx="3">
                  <c:v>45</c:v>
                </c:pt>
                <c:pt idx="4">
                  <c:v>30.6</c:v>
                </c:pt>
                <c:pt idx="5">
                  <c:v>30.6</c:v>
                </c:pt>
              </c:numCache>
            </c:numRef>
          </c:val>
          <c:extLst>
            <c:ext xmlns:c16="http://schemas.microsoft.com/office/drawing/2014/chart" uri="{C3380CC4-5D6E-409C-BE32-E72D297353CC}">
              <c16:uniqueId val="{0000006B-47D2-426C-A8DF-E0B09197926C}"/>
            </c:ext>
          </c:extLst>
        </c:ser>
        <c:ser>
          <c:idx val="4"/>
          <c:order val="4"/>
          <c:tx>
            <c:strRef>
              <c:f>Sheet1!$A$6</c:f>
              <c:strCache>
                <c:ptCount val="1"/>
                <c:pt idx="0">
                  <c:v>5346</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6D-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6F-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71-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73-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75-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77-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79-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7B-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7D-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7F-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81-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83-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85-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Sheet1!$B$6:$N$6</c:f>
              <c:numCache>
                <c:formatCode>\О\с\н\о\в\н\о\й</c:formatCode>
                <c:ptCount val="13"/>
                <c:pt idx="0">
                  <c:v>20.399999999999999</c:v>
                </c:pt>
                <c:pt idx="1">
                  <c:v>45.9</c:v>
                </c:pt>
                <c:pt idx="2">
                  <c:v>30.6</c:v>
                </c:pt>
                <c:pt idx="3">
                  <c:v>20.399999999999999</c:v>
                </c:pt>
                <c:pt idx="4">
                  <c:v>45.9</c:v>
                </c:pt>
                <c:pt idx="5">
                  <c:v>45.9</c:v>
                </c:pt>
              </c:numCache>
            </c:numRef>
          </c:val>
          <c:extLst>
            <c:ext xmlns:c16="http://schemas.microsoft.com/office/drawing/2014/chart" uri="{C3380CC4-5D6E-409C-BE32-E72D297353CC}">
              <c16:uniqueId val="{00000086-47D2-426C-A8DF-E0B09197926C}"/>
            </c:ext>
          </c:extLst>
        </c:ser>
        <c:ser>
          <c:idx val="5"/>
          <c:order val="5"/>
          <c:tx>
            <c:strRef>
              <c:f>Sheet1!$A$7</c:f>
              <c:strCache>
                <c:ptCount val="1"/>
                <c:pt idx="0">
                  <c:v>11</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88-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8A-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8C-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8E-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90-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92-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94-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96-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98-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9A-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9C-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9E-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A0-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Sheet1!$B$7:$N$7</c:f>
              <c:numCache>
                <c:formatCode>\О\с\н\о\в\н\о\й</c:formatCode>
                <c:ptCount val="13"/>
                <c:pt idx="0">
                  <c:v>31.6</c:v>
                </c:pt>
                <c:pt idx="1">
                  <c:v>45</c:v>
                </c:pt>
                <c:pt idx="2">
                  <c:v>30.6</c:v>
                </c:pt>
                <c:pt idx="3">
                  <c:v>31.6</c:v>
                </c:pt>
                <c:pt idx="4">
                  <c:v>45</c:v>
                </c:pt>
                <c:pt idx="5">
                  <c:v>45</c:v>
                </c:pt>
              </c:numCache>
            </c:numRef>
          </c:val>
          <c:extLst>
            <c:ext xmlns:c16="http://schemas.microsoft.com/office/drawing/2014/chart" uri="{C3380CC4-5D6E-409C-BE32-E72D297353CC}">
              <c16:uniqueId val="{000000A1-47D2-426C-A8DF-E0B09197926C}"/>
            </c:ext>
          </c:extLst>
        </c:ser>
        <c:ser>
          <c:idx val="6"/>
          <c:order val="6"/>
          <c:tx>
            <c:strRef>
              <c:f>Sheet1!$A$8</c:f>
              <c:strCache>
                <c:ptCount val="1"/>
                <c:pt idx="0">
                  <c:v>112</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A3-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A5-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A7-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A9-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AB-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AD-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AF-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B1-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B3-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B5-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B7-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B9-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BB-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Sheet1!$B$8:$N$8</c:f>
              <c:numCache>
                <c:formatCode>\О\с\н\о\в\н\о\й</c:formatCode>
                <c:ptCount val="13"/>
                <c:pt idx="0">
                  <c:v>43.9</c:v>
                </c:pt>
                <c:pt idx="1">
                  <c:v>20.399999999999999</c:v>
                </c:pt>
                <c:pt idx="2">
                  <c:v>45.9</c:v>
                </c:pt>
                <c:pt idx="3">
                  <c:v>43.9</c:v>
                </c:pt>
                <c:pt idx="4">
                  <c:v>20.399999999999999</c:v>
                </c:pt>
                <c:pt idx="5">
                  <c:v>20.399999999999999</c:v>
                </c:pt>
              </c:numCache>
            </c:numRef>
          </c:val>
          <c:extLst>
            <c:ext xmlns:c16="http://schemas.microsoft.com/office/drawing/2014/chart" uri="{C3380CC4-5D6E-409C-BE32-E72D297353CC}">
              <c16:uniqueId val="{000000BC-47D2-426C-A8DF-E0B09197926C}"/>
            </c:ext>
          </c:extLst>
        </c:ser>
        <c:ser>
          <c:idx val="7"/>
          <c:order val="7"/>
          <c:tx>
            <c:strRef>
              <c:f>Sheet1!$A$9</c:f>
              <c:strCache>
                <c:ptCount val="1"/>
                <c:pt idx="0">
                  <c:v>14</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BE-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C0-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C2-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C4-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C6-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C8-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CA-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CC-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CE-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D0-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D2-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D4-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D6-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Sheet1!$B$9:$N$9</c:f>
              <c:numCache>
                <c:formatCode>\О\с\н\о\в\н\о\й</c:formatCode>
                <c:ptCount val="13"/>
                <c:pt idx="0">
                  <c:v>45</c:v>
                </c:pt>
                <c:pt idx="1">
                  <c:v>31.6</c:v>
                </c:pt>
                <c:pt idx="2">
                  <c:v>30.6</c:v>
                </c:pt>
                <c:pt idx="3">
                  <c:v>30.6</c:v>
                </c:pt>
                <c:pt idx="4">
                  <c:v>31.6</c:v>
                </c:pt>
                <c:pt idx="5">
                  <c:v>31.6</c:v>
                </c:pt>
              </c:numCache>
            </c:numRef>
          </c:val>
          <c:extLst>
            <c:ext xmlns:c16="http://schemas.microsoft.com/office/drawing/2014/chart" uri="{C3380CC4-5D6E-409C-BE32-E72D297353CC}">
              <c16:uniqueId val="{000000D7-47D2-426C-A8DF-E0B09197926C}"/>
            </c:ext>
          </c:extLst>
        </c:ser>
        <c:ser>
          <c:idx val="8"/>
          <c:order val="8"/>
          <c:tx>
            <c:strRef>
              <c:f>Sheet1!$A$10</c:f>
              <c:strCache>
                <c:ptCount val="1"/>
                <c:pt idx="0">
                  <c:v>34</c:v>
                </c:pt>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D9-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DB-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DD-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DF-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E1-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E3-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0E5-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0E7-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0E9-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0EB-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0ED-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0EF-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F1-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Sheet1!$B$10:$N$10</c:f>
              <c:numCache>
                <c:formatCode>\О\с\н\о\в\н\о\й</c:formatCode>
                <c:ptCount val="13"/>
                <c:pt idx="0">
                  <c:v>45</c:v>
                </c:pt>
                <c:pt idx="1">
                  <c:v>43.9</c:v>
                </c:pt>
                <c:pt idx="2">
                  <c:v>45.9</c:v>
                </c:pt>
                <c:pt idx="3">
                  <c:v>45.9</c:v>
                </c:pt>
                <c:pt idx="4">
                  <c:v>43.9</c:v>
                </c:pt>
                <c:pt idx="5">
                  <c:v>43.9</c:v>
                </c:pt>
              </c:numCache>
            </c:numRef>
          </c:val>
          <c:extLst>
            <c:ext xmlns:c16="http://schemas.microsoft.com/office/drawing/2014/chart" uri="{C3380CC4-5D6E-409C-BE32-E72D297353CC}">
              <c16:uniqueId val="{000000F2-47D2-426C-A8DF-E0B09197926C}"/>
            </c:ext>
          </c:extLst>
        </c:ser>
        <c:ser>
          <c:idx val="9"/>
          <c:order val="9"/>
          <c:tx>
            <c:strRef>
              <c:f>Sheet1!$A$11</c:f>
              <c:strCache>
                <c:ptCount val="1"/>
              </c:strCache>
            </c:strRef>
          </c:tx>
          <c:dPt>
            <c:idx val="0"/>
            <c:bubble3D val="0"/>
            <c:spPr bwMode="auto">
              <a:prstGeom prst="rect">
                <a:avLst/>
              </a:prstGeom>
              <a:solidFill>
                <a:schemeClr val="accent1"/>
              </a:solidFill>
              <a:ln w="19050">
                <a:solidFill>
                  <a:schemeClr val="lt1"/>
                </a:solidFill>
              </a:ln>
              <a:effectLst/>
            </c:spPr>
            <c:extLst>
              <c:ext xmlns:c16="http://schemas.microsoft.com/office/drawing/2014/chart" uri="{C3380CC4-5D6E-409C-BE32-E72D297353CC}">
                <c16:uniqueId val="{000000F4-47D2-426C-A8DF-E0B09197926C}"/>
              </c:ext>
            </c:extLst>
          </c:dPt>
          <c:dPt>
            <c:idx val="1"/>
            <c:bubble3D val="0"/>
            <c:spPr bwMode="auto">
              <a:prstGeom prst="rect">
                <a:avLst/>
              </a:prstGeom>
              <a:solidFill>
                <a:schemeClr val="accent2"/>
              </a:solidFill>
              <a:ln w="19050">
                <a:solidFill>
                  <a:schemeClr val="lt1"/>
                </a:solidFill>
              </a:ln>
              <a:effectLst/>
            </c:spPr>
            <c:extLst>
              <c:ext xmlns:c16="http://schemas.microsoft.com/office/drawing/2014/chart" uri="{C3380CC4-5D6E-409C-BE32-E72D297353CC}">
                <c16:uniqueId val="{000000F6-47D2-426C-A8DF-E0B09197926C}"/>
              </c:ext>
            </c:extLst>
          </c:dPt>
          <c:dPt>
            <c:idx val="2"/>
            <c:bubble3D val="0"/>
            <c:spPr bwMode="auto">
              <a:prstGeom prst="rect">
                <a:avLst/>
              </a:prstGeom>
              <a:solidFill>
                <a:schemeClr val="accent3"/>
              </a:solidFill>
              <a:ln w="19050">
                <a:solidFill>
                  <a:schemeClr val="lt1"/>
                </a:solidFill>
              </a:ln>
              <a:effectLst/>
            </c:spPr>
            <c:extLst>
              <c:ext xmlns:c16="http://schemas.microsoft.com/office/drawing/2014/chart" uri="{C3380CC4-5D6E-409C-BE32-E72D297353CC}">
                <c16:uniqueId val="{000000F8-47D2-426C-A8DF-E0B09197926C}"/>
              </c:ext>
            </c:extLst>
          </c:dPt>
          <c:dPt>
            <c:idx val="3"/>
            <c:bubble3D val="0"/>
            <c:spPr bwMode="auto">
              <a:prstGeom prst="rect">
                <a:avLst/>
              </a:prstGeom>
              <a:solidFill>
                <a:schemeClr val="accent4"/>
              </a:solidFill>
              <a:ln w="19050">
                <a:solidFill>
                  <a:schemeClr val="lt1"/>
                </a:solidFill>
              </a:ln>
              <a:effectLst/>
            </c:spPr>
            <c:extLst>
              <c:ext xmlns:c16="http://schemas.microsoft.com/office/drawing/2014/chart" uri="{C3380CC4-5D6E-409C-BE32-E72D297353CC}">
                <c16:uniqueId val="{000000FA-47D2-426C-A8DF-E0B09197926C}"/>
              </c:ext>
            </c:extLst>
          </c:dPt>
          <c:dPt>
            <c:idx val="4"/>
            <c:bubble3D val="0"/>
            <c:spPr bwMode="auto">
              <a:prstGeom prst="rect">
                <a:avLst/>
              </a:prstGeom>
              <a:solidFill>
                <a:schemeClr val="accent5"/>
              </a:solidFill>
              <a:ln w="19050">
                <a:solidFill>
                  <a:schemeClr val="lt1"/>
                </a:solidFill>
              </a:ln>
              <a:effectLst/>
            </c:spPr>
            <c:extLst>
              <c:ext xmlns:c16="http://schemas.microsoft.com/office/drawing/2014/chart" uri="{C3380CC4-5D6E-409C-BE32-E72D297353CC}">
                <c16:uniqueId val="{000000FC-47D2-426C-A8DF-E0B09197926C}"/>
              </c:ext>
            </c:extLst>
          </c:dPt>
          <c:dPt>
            <c:idx val="5"/>
            <c:bubble3D val="0"/>
            <c:spPr bwMode="auto">
              <a:prstGeom prst="rect">
                <a:avLst/>
              </a:prstGeom>
              <a:solidFill>
                <a:schemeClr val="accent6"/>
              </a:solidFill>
              <a:ln w="19050">
                <a:solidFill>
                  <a:schemeClr val="lt1"/>
                </a:solidFill>
              </a:ln>
              <a:effectLst/>
            </c:spPr>
            <c:extLst>
              <c:ext xmlns:c16="http://schemas.microsoft.com/office/drawing/2014/chart" uri="{C3380CC4-5D6E-409C-BE32-E72D297353CC}">
                <c16:uniqueId val="{000000FE-47D2-426C-A8DF-E0B09197926C}"/>
              </c:ext>
            </c:extLst>
          </c:dPt>
          <c:dPt>
            <c:idx val="6"/>
            <c:bubble3D val="0"/>
            <c:spPr bwMode="auto">
              <a:prstGeom prst="rect">
                <a:avLst/>
              </a:prstGeom>
              <a:solidFill>
                <a:schemeClr val="accent1">
                  <a:lumMod val="60000"/>
                </a:schemeClr>
              </a:solidFill>
              <a:ln w="19050">
                <a:solidFill>
                  <a:schemeClr val="lt1"/>
                </a:solidFill>
              </a:ln>
              <a:effectLst/>
            </c:spPr>
            <c:extLst>
              <c:ext xmlns:c16="http://schemas.microsoft.com/office/drawing/2014/chart" uri="{C3380CC4-5D6E-409C-BE32-E72D297353CC}">
                <c16:uniqueId val="{00000100-47D2-426C-A8DF-E0B09197926C}"/>
              </c:ext>
            </c:extLst>
          </c:dPt>
          <c:dPt>
            <c:idx val="7"/>
            <c:bubble3D val="0"/>
            <c:spPr bwMode="auto">
              <a:prstGeom prst="rect">
                <a:avLst/>
              </a:prstGeom>
              <a:solidFill>
                <a:schemeClr val="accent2">
                  <a:lumMod val="60000"/>
                </a:schemeClr>
              </a:solidFill>
              <a:ln w="19050">
                <a:solidFill>
                  <a:schemeClr val="lt1"/>
                </a:solidFill>
              </a:ln>
              <a:effectLst/>
            </c:spPr>
            <c:extLst>
              <c:ext xmlns:c16="http://schemas.microsoft.com/office/drawing/2014/chart" uri="{C3380CC4-5D6E-409C-BE32-E72D297353CC}">
                <c16:uniqueId val="{00000102-47D2-426C-A8DF-E0B09197926C}"/>
              </c:ext>
            </c:extLst>
          </c:dPt>
          <c:dPt>
            <c:idx val="8"/>
            <c:bubble3D val="0"/>
            <c:spPr bwMode="auto">
              <a:prstGeom prst="rect">
                <a:avLst/>
              </a:prstGeom>
              <a:solidFill>
                <a:schemeClr val="accent3">
                  <a:lumMod val="60000"/>
                </a:schemeClr>
              </a:solidFill>
              <a:ln w="19050">
                <a:solidFill>
                  <a:schemeClr val="lt1"/>
                </a:solidFill>
              </a:ln>
              <a:effectLst/>
            </c:spPr>
            <c:extLst>
              <c:ext xmlns:c16="http://schemas.microsoft.com/office/drawing/2014/chart" uri="{C3380CC4-5D6E-409C-BE32-E72D297353CC}">
                <c16:uniqueId val="{00000104-47D2-426C-A8DF-E0B09197926C}"/>
              </c:ext>
            </c:extLst>
          </c:dPt>
          <c:dPt>
            <c:idx val="9"/>
            <c:bubble3D val="0"/>
            <c:spPr bwMode="auto">
              <a:prstGeom prst="rect">
                <a:avLst/>
              </a:prstGeom>
              <a:solidFill>
                <a:schemeClr val="accent4">
                  <a:lumMod val="60000"/>
                </a:schemeClr>
              </a:solidFill>
              <a:ln w="19050">
                <a:solidFill>
                  <a:schemeClr val="lt1"/>
                </a:solidFill>
              </a:ln>
              <a:effectLst/>
            </c:spPr>
            <c:extLst>
              <c:ext xmlns:c16="http://schemas.microsoft.com/office/drawing/2014/chart" uri="{C3380CC4-5D6E-409C-BE32-E72D297353CC}">
                <c16:uniqueId val="{00000106-47D2-426C-A8DF-E0B09197926C}"/>
              </c:ext>
            </c:extLst>
          </c:dPt>
          <c:dPt>
            <c:idx val="10"/>
            <c:bubble3D val="0"/>
            <c:spPr bwMode="auto">
              <a:prstGeom prst="rect">
                <a:avLst/>
              </a:prstGeom>
              <a:solidFill>
                <a:schemeClr val="accent5">
                  <a:lumMod val="60000"/>
                </a:schemeClr>
              </a:solidFill>
              <a:ln w="19050">
                <a:solidFill>
                  <a:schemeClr val="lt1"/>
                </a:solidFill>
              </a:ln>
              <a:effectLst/>
            </c:spPr>
            <c:extLst>
              <c:ext xmlns:c16="http://schemas.microsoft.com/office/drawing/2014/chart" uri="{C3380CC4-5D6E-409C-BE32-E72D297353CC}">
                <c16:uniqueId val="{00000108-47D2-426C-A8DF-E0B09197926C}"/>
              </c:ext>
            </c:extLst>
          </c:dPt>
          <c:dPt>
            <c:idx val="11"/>
            <c:bubble3D val="0"/>
            <c:spPr bwMode="auto">
              <a:prstGeom prst="rect">
                <a:avLst/>
              </a:prstGeom>
              <a:solidFill>
                <a:schemeClr val="accent6">
                  <a:lumMod val="60000"/>
                </a:schemeClr>
              </a:solidFill>
              <a:ln w="19050">
                <a:solidFill>
                  <a:schemeClr val="lt1"/>
                </a:solidFill>
              </a:ln>
              <a:effectLst/>
            </c:spPr>
            <c:extLst>
              <c:ext xmlns:c16="http://schemas.microsoft.com/office/drawing/2014/chart" uri="{C3380CC4-5D6E-409C-BE32-E72D297353CC}">
                <c16:uniqueId val="{0000010A-47D2-426C-A8DF-E0B09197926C}"/>
              </c:ext>
            </c:extLst>
          </c:dPt>
          <c:dPt>
            <c:idx val="12"/>
            <c:bubble3D val="0"/>
            <c:spPr bwMode="auto">
              <a:prstGeom prst="rect">
                <a:avLst/>
              </a:prstGeom>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10C-47D2-426C-A8DF-E0B09197926C}"/>
              </c:ext>
            </c:extLst>
          </c:dPt>
          <c:cat>
            <c:strRef>
              <c:f>Sheet1!$B$1:$N$1</c:f>
              <c:strCache>
                <c:ptCount val="6"/>
                <c:pt idx="0">
                  <c:v>1 кв</c:v>
                </c:pt>
                <c:pt idx="1">
                  <c:v>2 кв</c:v>
                </c:pt>
                <c:pt idx="2">
                  <c:v>3 кв</c:v>
                </c:pt>
                <c:pt idx="3">
                  <c:v>4 кв</c:v>
                </c:pt>
                <c:pt idx="4">
                  <c:v>2 кв</c:v>
                </c:pt>
                <c:pt idx="5">
                  <c:v>2 кв</c:v>
                </c:pt>
              </c:strCache>
            </c:strRef>
          </c:cat>
          <c:val>
            <c:numRef>
              <c:f>Sheet1!$B$11:$N$11</c:f>
              <c:numCache>
                <c:formatCode>General</c:formatCode>
                <c:ptCount val="13"/>
              </c:numCache>
            </c:numRef>
          </c:val>
          <c:extLst>
            <c:ext xmlns:c16="http://schemas.microsoft.com/office/drawing/2014/chart" uri="{C3380CC4-5D6E-409C-BE32-E72D297353CC}">
              <c16:uniqueId val="{0000010D-47D2-426C-A8DF-E0B09197926C}"/>
            </c:ext>
          </c:extLst>
        </c:ser>
        <c:dLbls>
          <c:showLegendKey val="0"/>
          <c:showVal val="0"/>
          <c:showCatName val="0"/>
          <c:showSerName val="0"/>
          <c:showPercent val="0"/>
          <c:showBubbleSize val="0"/>
          <c:showLeaderLines val="1"/>
        </c:dLbls>
        <c:firstSliceAng val="0"/>
      </c:pieChart>
      <c:spPr>
        <a:prstGeom prst="rect">
          <a:avLst/>
        </a:prstGeom>
        <a:noFill/>
        <a:ln>
          <a:noFill/>
        </a:ln>
        <a:effectLst/>
      </c:spPr>
    </c:plotArea>
    <c:legend>
      <c:legendPos val="r"/>
      <c:layout>
        <c:manualLayout>
          <c:xMode val="edge"/>
          <c:yMode val="edge"/>
          <c:x val="0.48960399999999998"/>
          <c:y val="7.0163000000000003E-2"/>
          <c:w val="0.49639299999999997"/>
          <c:h val="0.85967300000000002"/>
        </c:manualLayout>
      </c:layout>
      <c:overlay val="0"/>
      <c:spPr>
        <a:prstGeom prst="rect">
          <a:avLst/>
        </a:prstGeom>
        <a:noFill/>
        <a:ln>
          <a:noFill/>
        </a:ln>
        <a:effectLst/>
      </c:spPr>
      <c:txPr>
        <a:bodyPr rot="0" spcFirstLastPara="1" vertOverflow="ellipsis" vert="horz" wrap="square" anchor="ctr" anchorCtr="1"/>
        <a:lstStyle/>
        <a:p>
          <a:pPr>
            <a:defRPr sz="1200" b="0" i="0" u="none" strike="noStrike" baseline="0">
              <a:solidFill>
                <a:schemeClr val="tx1">
                  <a:lumMod val="65000"/>
                  <a:lumOff val="35000"/>
                </a:schemeClr>
              </a:solidFill>
              <a:latin typeface="+mn-lt"/>
              <a:ea typeface="+mn-ea"/>
              <a:cs typeface="+mn-cs"/>
            </a:defRPr>
          </a:pPr>
          <a:endParaRPr lang="ru-RU"/>
        </a:p>
      </c:txPr>
    </c:legend>
    <c:plotVisOnly val="1"/>
    <c:dispBlanksAs val="zero"/>
    <c:showDLblsOverMax val="0"/>
  </c:chart>
  <c:spPr bwMode="auto">
    <a:xfrm>
      <a:off x="6275388" y="1746250"/>
      <a:ext cx="5434012" cy="2290763"/>
    </a:xfrm>
    <a:prstGeom prst="rect">
      <a:avLst/>
    </a:prstGeom>
    <a:noFill/>
    <a:ln w="9525" cap="flat" cmpd="sng" algn="ctr">
      <a:noFill/>
      <a:round/>
    </a:ln>
    <a:effectLst/>
  </c:spPr>
  <c:txPr>
    <a:bodyPr/>
    <a:lstStyle/>
    <a:p>
      <a:pPr>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areaChart>
        <c:grouping val="stacked"/>
        <c:varyColors val="0"/>
        <c:ser>
          <c:idx val="0"/>
          <c:order val="0"/>
          <c:tx>
            <c:strRef>
              <c:f>Sheet1!$A$2</c:f>
              <c:strCache>
                <c:ptCount val="1"/>
                <c:pt idx="0">
                  <c:v>Восток</c:v>
                </c:pt>
              </c:strCache>
            </c:strRef>
          </c:tx>
          <c:spPr>
            <a:prstGeom prst="rect">
              <a:avLst/>
            </a:prstGeom>
            <a:solidFill>
              <a:srgbClr val="FEF134"/>
            </a:solidFill>
          </c:spPr>
          <c:cat>
            <c:strRef>
              <c:f>Sheet1!$B$1:$I$1</c:f>
              <c:strCache>
                <c:ptCount val="8"/>
                <c:pt idx="0">
                  <c:v>1 кв</c:v>
                </c:pt>
                <c:pt idx="1">
                  <c:v>2 кв</c:v>
                </c:pt>
                <c:pt idx="2">
                  <c:v>3 кв</c:v>
                </c:pt>
                <c:pt idx="3">
                  <c:v>4 кв</c:v>
                </c:pt>
                <c:pt idx="4">
                  <c:v>1 кв</c:v>
                </c:pt>
                <c:pt idx="5">
                  <c:v>2 кв</c:v>
                </c:pt>
                <c:pt idx="6">
                  <c:v>3 кв</c:v>
                </c:pt>
                <c:pt idx="7">
                  <c:v>4 кв</c:v>
                </c:pt>
              </c:strCache>
            </c:strRef>
          </c:cat>
          <c:val>
            <c:numRef>
              <c:f>Sheet1!$B$2:$I$2</c:f>
              <c:numCache>
                <c:formatCode>\О\с\н\о\в\н\о\й</c:formatCode>
                <c:ptCount val="8"/>
                <c:pt idx="0">
                  <c:v>20.399999999999999</c:v>
                </c:pt>
                <c:pt idx="1">
                  <c:v>27.4</c:v>
                </c:pt>
                <c:pt idx="2">
                  <c:v>90</c:v>
                </c:pt>
                <c:pt idx="3">
                  <c:v>20.399999999999999</c:v>
                </c:pt>
                <c:pt idx="4">
                  <c:v>38.6</c:v>
                </c:pt>
                <c:pt idx="5">
                  <c:v>34.6</c:v>
                </c:pt>
                <c:pt idx="6">
                  <c:v>31.6</c:v>
                </c:pt>
                <c:pt idx="7">
                  <c:v>30.6</c:v>
                </c:pt>
              </c:numCache>
            </c:numRef>
          </c:val>
          <c:extLst>
            <c:ext xmlns:c16="http://schemas.microsoft.com/office/drawing/2014/chart" uri="{C3380CC4-5D6E-409C-BE32-E72D297353CC}">
              <c16:uniqueId val="{00000000-0D18-4A9A-A9BE-C6D1A94DD2E4}"/>
            </c:ext>
          </c:extLst>
        </c:ser>
        <c:ser>
          <c:idx val="1"/>
          <c:order val="1"/>
          <c:tx>
            <c:strRef>
              <c:f>Sheet1!$A$3</c:f>
              <c:strCache>
                <c:ptCount val="1"/>
                <c:pt idx="0">
                  <c:v>Запад</c:v>
                </c:pt>
              </c:strCache>
            </c:strRef>
          </c:tx>
          <c:spPr>
            <a:prstGeom prst="rect">
              <a:avLst/>
            </a:prstGeom>
            <a:solidFill>
              <a:srgbClr val="47309C"/>
            </a:solidFill>
            <a:ln>
              <a:solidFill>
                <a:srgbClr val="47309C"/>
              </a:solidFill>
            </a:ln>
          </c:spPr>
          <c:cat>
            <c:strRef>
              <c:f>Sheet1!$B$1:$I$1</c:f>
              <c:strCache>
                <c:ptCount val="8"/>
                <c:pt idx="0">
                  <c:v>1 кв</c:v>
                </c:pt>
                <c:pt idx="1">
                  <c:v>2 кв</c:v>
                </c:pt>
                <c:pt idx="2">
                  <c:v>3 кв</c:v>
                </c:pt>
                <c:pt idx="3">
                  <c:v>4 кв</c:v>
                </c:pt>
                <c:pt idx="4">
                  <c:v>1 кв</c:v>
                </c:pt>
                <c:pt idx="5">
                  <c:v>2 кв</c:v>
                </c:pt>
                <c:pt idx="6">
                  <c:v>3 кв</c:v>
                </c:pt>
                <c:pt idx="7">
                  <c:v>4 кв</c:v>
                </c:pt>
              </c:strCache>
            </c:strRef>
          </c:cat>
          <c:val>
            <c:numRef>
              <c:f>Sheet1!$B$3:$I$3</c:f>
              <c:numCache>
                <c:formatCode>\О\с\н\о\в\н\о\й</c:formatCode>
                <c:ptCount val="8"/>
                <c:pt idx="0">
                  <c:v>30.6</c:v>
                </c:pt>
                <c:pt idx="1">
                  <c:v>38.6</c:v>
                </c:pt>
                <c:pt idx="2">
                  <c:v>34.6</c:v>
                </c:pt>
                <c:pt idx="3">
                  <c:v>31.6</c:v>
                </c:pt>
                <c:pt idx="4">
                  <c:v>46.9</c:v>
                </c:pt>
                <c:pt idx="5">
                  <c:v>45</c:v>
                </c:pt>
                <c:pt idx="6">
                  <c:v>43.9</c:v>
                </c:pt>
                <c:pt idx="7">
                  <c:v>90</c:v>
                </c:pt>
              </c:numCache>
            </c:numRef>
          </c:val>
          <c:extLst>
            <c:ext xmlns:c16="http://schemas.microsoft.com/office/drawing/2014/chart" uri="{C3380CC4-5D6E-409C-BE32-E72D297353CC}">
              <c16:uniqueId val="{00000001-0D18-4A9A-A9BE-C6D1A94DD2E4}"/>
            </c:ext>
          </c:extLst>
        </c:ser>
        <c:ser>
          <c:idx val="2"/>
          <c:order val="2"/>
          <c:tx>
            <c:strRef>
              <c:f>Sheet1!$A$4</c:f>
              <c:strCache>
                <c:ptCount val="1"/>
                <c:pt idx="0">
                  <c:v>Север</c:v>
                </c:pt>
              </c:strCache>
            </c:strRef>
          </c:tx>
          <c:spPr>
            <a:prstGeom prst="rect">
              <a:avLst/>
            </a:prstGeom>
            <a:solidFill>
              <a:schemeClr val="accent4"/>
            </a:solidFill>
          </c:spPr>
          <c:cat>
            <c:strRef>
              <c:f>Sheet1!$B$1:$I$1</c:f>
              <c:strCache>
                <c:ptCount val="8"/>
                <c:pt idx="0">
                  <c:v>1 кв</c:v>
                </c:pt>
                <c:pt idx="1">
                  <c:v>2 кв</c:v>
                </c:pt>
                <c:pt idx="2">
                  <c:v>3 кв</c:v>
                </c:pt>
                <c:pt idx="3">
                  <c:v>4 кв</c:v>
                </c:pt>
                <c:pt idx="4">
                  <c:v>1 кв</c:v>
                </c:pt>
                <c:pt idx="5">
                  <c:v>2 кв</c:v>
                </c:pt>
                <c:pt idx="6">
                  <c:v>3 кв</c:v>
                </c:pt>
                <c:pt idx="7">
                  <c:v>4 кв</c:v>
                </c:pt>
              </c:strCache>
            </c:strRef>
          </c:cat>
          <c:val>
            <c:numRef>
              <c:f>Sheet1!$B$4:$I$4</c:f>
              <c:numCache>
                <c:formatCode>\О\с\н\о\в\н\о\й</c:formatCode>
                <c:ptCount val="8"/>
                <c:pt idx="0">
                  <c:v>45.9</c:v>
                </c:pt>
                <c:pt idx="1">
                  <c:v>46.9</c:v>
                </c:pt>
                <c:pt idx="2">
                  <c:v>45</c:v>
                </c:pt>
                <c:pt idx="3">
                  <c:v>43.9</c:v>
                </c:pt>
                <c:pt idx="4">
                  <c:v>30.6</c:v>
                </c:pt>
                <c:pt idx="5">
                  <c:v>38.6</c:v>
                </c:pt>
                <c:pt idx="6">
                  <c:v>34.6</c:v>
                </c:pt>
                <c:pt idx="7">
                  <c:v>27.4</c:v>
                </c:pt>
              </c:numCache>
            </c:numRef>
          </c:val>
          <c:extLst>
            <c:ext xmlns:c16="http://schemas.microsoft.com/office/drawing/2014/chart" uri="{C3380CC4-5D6E-409C-BE32-E72D297353CC}">
              <c16:uniqueId val="{00000002-0D18-4A9A-A9BE-C6D1A94DD2E4}"/>
            </c:ext>
          </c:extLst>
        </c:ser>
        <c:dLbls>
          <c:showLegendKey val="0"/>
          <c:showVal val="0"/>
          <c:showCatName val="0"/>
          <c:showSerName val="0"/>
          <c:showPercent val="0"/>
          <c:showBubbleSize val="0"/>
        </c:dLbls>
        <c:axId val="779578560"/>
        <c:axId val="1"/>
      </c:areaChart>
      <c:catAx>
        <c:axId val="779578560"/>
        <c:scaling>
          <c:orientation val="minMax"/>
        </c:scaling>
        <c:delete val="0"/>
        <c:axPos val="b"/>
        <c:numFmt formatCode="General" sourceLinked="1"/>
        <c:majorTickMark val="none"/>
        <c:minorTickMark val="none"/>
        <c:tickLblPos val="nextTo"/>
        <c:spPr>
          <a:prstGeom prst="rect">
            <a:avLst/>
          </a:prstGeom>
          <a:ln w="1385">
            <a:solidFill>
              <a:schemeClr val="tx1"/>
            </a:solidFill>
            <a:prstDash val="solid"/>
          </a:ln>
        </c:spPr>
        <c:txPr>
          <a:bodyPr rot="0" vert="horz"/>
          <a:lstStyle/>
          <a:p>
            <a:pPr>
              <a:defRPr sz="1000" b="1" i="0" u="none" strike="noStrike">
                <a:solidFill>
                  <a:schemeClr val="tx1"/>
                </a:solidFill>
                <a:latin typeface="Montserrat"/>
                <a:ea typeface="Calibri"/>
                <a:cs typeface="Calibri"/>
              </a:defRPr>
            </a:pPr>
            <a:endParaRPr lang="ru-RU"/>
          </a:p>
        </c:txPr>
        <c:crossAx val="1"/>
        <c:crosses val="autoZero"/>
        <c:auto val="1"/>
        <c:lblAlgn val="ctr"/>
        <c:lblOffset val="100"/>
        <c:tickLblSkip val="1"/>
        <c:tickMarkSkip val="1"/>
        <c:noMultiLvlLbl val="0"/>
      </c:catAx>
      <c:valAx>
        <c:axId val="1"/>
        <c:scaling>
          <c:orientation val="minMax"/>
        </c:scaling>
        <c:delete val="0"/>
        <c:axPos val="l"/>
        <c:majorGridlines>
          <c:spPr>
            <a:prstGeom prst="rect">
              <a:avLst/>
            </a:prstGeom>
            <a:ln w="1385">
              <a:solidFill>
                <a:schemeClr val="tx1"/>
              </a:solidFill>
              <a:prstDash val="solid"/>
            </a:ln>
          </c:spPr>
        </c:majorGridlines>
        <c:numFmt formatCode="\О\с\н\о\в\н\о\й" sourceLinked="1"/>
        <c:majorTickMark val="none"/>
        <c:minorTickMark val="none"/>
        <c:tickLblPos val="nextTo"/>
        <c:spPr>
          <a:prstGeom prst="rect">
            <a:avLst/>
          </a:prstGeom>
          <a:ln w="1385">
            <a:solidFill>
              <a:schemeClr val="tx1"/>
            </a:solidFill>
            <a:prstDash val="solid"/>
          </a:ln>
        </c:spPr>
        <c:txPr>
          <a:bodyPr rot="0" vert="horz"/>
          <a:lstStyle/>
          <a:p>
            <a:pPr>
              <a:defRPr sz="1050" b="1" i="0" u="none" strike="noStrike">
                <a:solidFill>
                  <a:schemeClr val="tx1"/>
                </a:solidFill>
                <a:latin typeface="Montserrat"/>
                <a:ea typeface="Calibri"/>
                <a:cs typeface="Calibri"/>
              </a:defRPr>
            </a:pPr>
            <a:endParaRPr lang="ru-RU"/>
          </a:p>
        </c:txPr>
        <c:crossAx val="779578560"/>
        <c:crosses val="autoZero"/>
        <c:crossBetween val="midCat"/>
      </c:valAx>
      <c:spPr>
        <a:prstGeom prst="rect">
          <a:avLst/>
        </a:prstGeom>
        <a:noFill/>
        <a:ln w="5539">
          <a:solidFill>
            <a:schemeClr val="tx1"/>
          </a:solidFill>
          <a:prstDash val="solid"/>
        </a:ln>
      </c:spPr>
    </c:plotArea>
    <c:legend>
      <c:legendPos val="t"/>
      <c:overlay val="0"/>
      <c:spPr>
        <a:prstGeom prst="rect">
          <a:avLst/>
        </a:prstGeom>
        <a:solidFill>
          <a:srgbClr val="FFFFFF"/>
        </a:solidFill>
        <a:ln w="1385">
          <a:solidFill>
            <a:schemeClr val="tx1"/>
          </a:solidFill>
          <a:prstDash val="solid"/>
        </a:ln>
      </c:spPr>
      <c:txPr>
        <a:bodyPr/>
        <a:lstStyle/>
        <a:p>
          <a:pPr>
            <a:defRPr sz="700" b="0" i="0" u="none" strike="noStrike">
              <a:solidFill>
                <a:schemeClr val="tx1"/>
              </a:solidFill>
              <a:latin typeface="Montserrat"/>
              <a:ea typeface="Montserrat"/>
              <a:cs typeface="Montserrat"/>
            </a:defRPr>
          </a:pPr>
          <a:endParaRPr lang="ru-RU"/>
        </a:p>
      </c:txPr>
    </c:legend>
    <c:plotVisOnly val="1"/>
    <c:dispBlanksAs val="zero"/>
    <c:showDLblsOverMax val="0"/>
  </c:chart>
  <c:spPr>
    <a:xfrm>
      <a:off x="479425" y="1704975"/>
      <a:ext cx="3544887" cy="3476625"/>
    </a:xfrm>
    <a:prstGeom prst="rect">
      <a:avLst/>
    </a:prstGeom>
    <a:noFill/>
    <a:ln>
      <a:noFill/>
    </a:ln>
  </c:spPr>
  <c:txPr>
    <a:bodyPr/>
    <a:lstStyle/>
    <a:p>
      <a:pPr>
        <a:defRPr sz="1050" b="1" i="0" u="none" strike="noStrike">
          <a:solidFill>
            <a:schemeClr val="tx1"/>
          </a:solidFill>
          <a:latin typeface="Calibri"/>
          <a:ea typeface="Calibri"/>
          <a:cs typeface="Calibri"/>
        </a:defRPr>
      </a:pPr>
      <a:endParaRPr lang="ru-RU"/>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25099999999999"/>
          <c:y val="9.6601000000000006E-2"/>
          <c:w val="0.88256199999999996"/>
          <c:h val="0.76207499999999995"/>
        </c:manualLayout>
      </c:layout>
      <c:lineChart>
        <c:grouping val="standard"/>
        <c:varyColors val="0"/>
        <c:ser>
          <c:idx val="0"/>
          <c:order val="0"/>
          <c:tx>
            <c:strRef>
              <c:f>Sheet1!$A$2</c:f>
              <c:strCache>
                <c:ptCount val="1"/>
                <c:pt idx="0">
                  <c:v>Восток</c:v>
                </c:pt>
              </c:strCache>
            </c:strRef>
          </c:tx>
          <c:spPr bwMode="auto">
            <a:prstGeom prst="rect">
              <a:avLst/>
            </a:prstGeom>
            <a:ln w="28575" cap="rnd">
              <a:solidFill>
                <a:schemeClr val="accent1"/>
              </a:solidFill>
              <a:round/>
            </a:ln>
            <a:effectLst/>
          </c:spPr>
          <c:marker>
            <c:symbol val="circle"/>
            <c:size val="5"/>
            <c:spPr bwMode="auto">
              <a:prstGeom prst="rect">
                <a:avLst/>
              </a:prstGeom>
              <a:solidFill>
                <a:schemeClr val="accent1"/>
              </a:solidFill>
              <a:ln w="9525">
                <a:solidFill>
                  <a:schemeClr val="accent1"/>
                </a:solid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Sheet1!$B$2:$J$2</c:f>
              <c:numCache>
                <c:formatCode>\О\с\н\о\в\н\о\й</c:formatCode>
                <c:ptCount val="9"/>
                <c:pt idx="0">
                  <c:v>20.399999999999999</c:v>
                </c:pt>
                <c:pt idx="1">
                  <c:v>27.4</c:v>
                </c:pt>
                <c:pt idx="2">
                  <c:v>90</c:v>
                </c:pt>
                <c:pt idx="3">
                  <c:v>20.399999999999999</c:v>
                </c:pt>
                <c:pt idx="4">
                  <c:v>90</c:v>
                </c:pt>
                <c:pt idx="5">
                  <c:v>20.399999999999999</c:v>
                </c:pt>
                <c:pt idx="6">
                  <c:v>20.399999999999999</c:v>
                </c:pt>
                <c:pt idx="7">
                  <c:v>27.4</c:v>
                </c:pt>
                <c:pt idx="8">
                  <c:v>31.6</c:v>
                </c:pt>
              </c:numCache>
            </c:numRef>
          </c:val>
          <c:smooth val="0"/>
          <c:extLst>
            <c:ext xmlns:c16="http://schemas.microsoft.com/office/drawing/2014/chart" uri="{C3380CC4-5D6E-409C-BE32-E72D297353CC}">
              <c16:uniqueId val="{00000000-4DD0-4383-A606-343320313CDD}"/>
            </c:ext>
          </c:extLst>
        </c:ser>
        <c:ser>
          <c:idx val="1"/>
          <c:order val="1"/>
          <c:tx>
            <c:strRef>
              <c:f>Sheet1!$A$3</c:f>
              <c:strCache>
                <c:ptCount val="1"/>
                <c:pt idx="0">
                  <c:v>Запад</c:v>
                </c:pt>
              </c:strCache>
            </c:strRef>
          </c:tx>
          <c:spPr bwMode="auto">
            <a:prstGeom prst="rect">
              <a:avLst/>
            </a:prstGeom>
            <a:ln w="28575" cap="rnd">
              <a:solidFill>
                <a:schemeClr val="accent2"/>
              </a:solidFill>
              <a:round/>
            </a:ln>
            <a:effectLst/>
          </c:spPr>
          <c:marker>
            <c:symbol val="circle"/>
            <c:size val="5"/>
            <c:spPr bwMode="auto">
              <a:prstGeom prst="rect">
                <a:avLst/>
              </a:prstGeom>
              <a:solidFill>
                <a:schemeClr val="accent2"/>
              </a:solidFill>
              <a:ln w="9525">
                <a:solidFill>
                  <a:schemeClr val="accent2"/>
                </a:solid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Sheet1!$B$3:$J$3</c:f>
              <c:numCache>
                <c:formatCode>\О\с\н\о\в\н\о\й</c:formatCode>
                <c:ptCount val="9"/>
                <c:pt idx="0">
                  <c:v>30.6</c:v>
                </c:pt>
                <c:pt idx="1">
                  <c:v>38.6</c:v>
                </c:pt>
                <c:pt idx="2">
                  <c:v>34.6</c:v>
                </c:pt>
                <c:pt idx="3">
                  <c:v>31.6</c:v>
                </c:pt>
                <c:pt idx="4">
                  <c:v>34.6</c:v>
                </c:pt>
                <c:pt idx="5">
                  <c:v>31.6</c:v>
                </c:pt>
                <c:pt idx="6">
                  <c:v>30.6</c:v>
                </c:pt>
                <c:pt idx="7">
                  <c:v>38.6</c:v>
                </c:pt>
                <c:pt idx="8">
                  <c:v>43.9</c:v>
                </c:pt>
              </c:numCache>
            </c:numRef>
          </c:val>
          <c:smooth val="0"/>
          <c:extLst>
            <c:ext xmlns:c16="http://schemas.microsoft.com/office/drawing/2014/chart" uri="{C3380CC4-5D6E-409C-BE32-E72D297353CC}">
              <c16:uniqueId val="{00000001-4DD0-4383-A606-343320313CDD}"/>
            </c:ext>
          </c:extLst>
        </c:ser>
        <c:ser>
          <c:idx val="2"/>
          <c:order val="2"/>
          <c:tx>
            <c:strRef>
              <c:f>Sheet1!$A$4</c:f>
              <c:strCache>
                <c:ptCount val="1"/>
                <c:pt idx="0">
                  <c:v>Север</c:v>
                </c:pt>
              </c:strCache>
            </c:strRef>
          </c:tx>
          <c:spPr bwMode="auto">
            <a:prstGeom prst="rect">
              <a:avLst/>
            </a:prstGeom>
            <a:ln w="28575" cap="rnd">
              <a:solidFill>
                <a:schemeClr val="accent3"/>
              </a:solidFill>
              <a:round/>
            </a:ln>
            <a:effectLst/>
          </c:spPr>
          <c:marker>
            <c:symbol val="circle"/>
            <c:size val="5"/>
            <c:spPr bwMode="auto">
              <a:prstGeom prst="rect">
                <a:avLst/>
              </a:prstGeom>
              <a:solidFill>
                <a:schemeClr val="accent3"/>
              </a:solidFill>
              <a:ln w="9525">
                <a:solidFill>
                  <a:schemeClr val="accent3"/>
                </a:solid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Sheet1!$B$4:$J$4</c:f>
              <c:numCache>
                <c:formatCode>\О\с\н\о\в\н\о\й</c:formatCode>
                <c:ptCount val="9"/>
                <c:pt idx="0">
                  <c:v>45.9</c:v>
                </c:pt>
                <c:pt idx="1">
                  <c:v>46.9</c:v>
                </c:pt>
                <c:pt idx="2">
                  <c:v>45</c:v>
                </c:pt>
                <c:pt idx="3">
                  <c:v>43.9</c:v>
                </c:pt>
                <c:pt idx="4">
                  <c:v>45</c:v>
                </c:pt>
                <c:pt idx="5">
                  <c:v>43.9</c:v>
                </c:pt>
                <c:pt idx="6">
                  <c:v>45.9</c:v>
                </c:pt>
                <c:pt idx="7">
                  <c:v>46.9</c:v>
                </c:pt>
                <c:pt idx="8">
                  <c:v>20.399999999999999</c:v>
                </c:pt>
              </c:numCache>
            </c:numRef>
          </c:val>
          <c:smooth val="0"/>
          <c:extLst>
            <c:ext xmlns:c16="http://schemas.microsoft.com/office/drawing/2014/chart" uri="{C3380CC4-5D6E-409C-BE32-E72D297353CC}">
              <c16:uniqueId val="{00000002-4DD0-4383-A606-343320313CDD}"/>
            </c:ext>
          </c:extLst>
        </c:ser>
        <c:ser>
          <c:idx val="3"/>
          <c:order val="3"/>
          <c:tx>
            <c:strRef>
              <c:f>Sheet1!$A$5</c:f>
              <c:strCache>
                <c:ptCount val="1"/>
                <c:pt idx="0">
                  <c:v>Восток</c:v>
                </c:pt>
              </c:strCache>
            </c:strRef>
          </c:tx>
          <c:spPr bwMode="auto">
            <a:prstGeom prst="rect">
              <a:avLst/>
            </a:prstGeom>
            <a:ln w="28575" cap="rnd">
              <a:solidFill>
                <a:schemeClr val="accent4"/>
              </a:solidFill>
              <a:round/>
            </a:ln>
            <a:effectLst/>
          </c:spPr>
          <c:marker>
            <c:symbol val="circle"/>
            <c:size val="5"/>
            <c:spPr bwMode="auto">
              <a:prstGeom prst="rect">
                <a:avLst/>
              </a:prstGeom>
              <a:solidFill>
                <a:schemeClr val="accent4"/>
              </a:solidFill>
              <a:ln w="9525">
                <a:no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Sheet1!$B$5:$J$5</c:f>
              <c:numCache>
                <c:formatCode>\О\с\н\о\в\н\о\й</c:formatCode>
                <c:ptCount val="9"/>
                <c:pt idx="0">
                  <c:v>20.399999999999999</c:v>
                </c:pt>
                <c:pt idx="1">
                  <c:v>27.4</c:v>
                </c:pt>
                <c:pt idx="2">
                  <c:v>90</c:v>
                </c:pt>
                <c:pt idx="3">
                  <c:v>20.399999999999999</c:v>
                </c:pt>
                <c:pt idx="4">
                  <c:v>90</c:v>
                </c:pt>
                <c:pt idx="5">
                  <c:v>20.399999999999999</c:v>
                </c:pt>
                <c:pt idx="6">
                  <c:v>20.399999999999999</c:v>
                </c:pt>
                <c:pt idx="7">
                  <c:v>27.4</c:v>
                </c:pt>
                <c:pt idx="8">
                  <c:v>31.6</c:v>
                </c:pt>
              </c:numCache>
            </c:numRef>
          </c:val>
          <c:smooth val="0"/>
          <c:extLst>
            <c:ext xmlns:c16="http://schemas.microsoft.com/office/drawing/2014/chart" uri="{C3380CC4-5D6E-409C-BE32-E72D297353CC}">
              <c16:uniqueId val="{00000003-4DD0-4383-A606-343320313CDD}"/>
            </c:ext>
          </c:extLst>
        </c:ser>
        <c:ser>
          <c:idx val="4"/>
          <c:order val="4"/>
          <c:tx>
            <c:strRef>
              <c:f>Sheet1!$A$6</c:f>
              <c:strCache>
                <c:ptCount val="1"/>
                <c:pt idx="0">
                  <c:v>Запад</c:v>
                </c:pt>
              </c:strCache>
            </c:strRef>
          </c:tx>
          <c:spPr bwMode="auto">
            <a:prstGeom prst="rect">
              <a:avLst/>
            </a:prstGeom>
            <a:ln w="28575" cap="rnd">
              <a:solidFill>
                <a:schemeClr val="accent5"/>
              </a:solidFill>
              <a:round/>
            </a:ln>
            <a:effectLst/>
          </c:spPr>
          <c:marker>
            <c:symbol val="circle"/>
            <c:size val="5"/>
            <c:spPr bwMode="auto">
              <a:prstGeom prst="rect">
                <a:avLst/>
              </a:prstGeom>
              <a:solidFill>
                <a:schemeClr val="accent5"/>
              </a:solidFill>
              <a:ln w="9525">
                <a:solidFill>
                  <a:schemeClr val="accent5"/>
                </a:solid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Sheet1!$B$6:$J$6</c:f>
              <c:numCache>
                <c:formatCode>\О\с\н\о\в\н\о\й</c:formatCode>
                <c:ptCount val="9"/>
                <c:pt idx="0">
                  <c:v>30.6</c:v>
                </c:pt>
                <c:pt idx="1">
                  <c:v>38.6</c:v>
                </c:pt>
                <c:pt idx="2">
                  <c:v>34.6</c:v>
                </c:pt>
                <c:pt idx="3">
                  <c:v>31.6</c:v>
                </c:pt>
                <c:pt idx="4">
                  <c:v>34.6</c:v>
                </c:pt>
                <c:pt idx="5">
                  <c:v>31.6</c:v>
                </c:pt>
                <c:pt idx="6">
                  <c:v>30.6</c:v>
                </c:pt>
                <c:pt idx="7">
                  <c:v>38.6</c:v>
                </c:pt>
                <c:pt idx="8">
                  <c:v>43.9</c:v>
                </c:pt>
              </c:numCache>
            </c:numRef>
          </c:val>
          <c:smooth val="0"/>
          <c:extLst>
            <c:ext xmlns:c16="http://schemas.microsoft.com/office/drawing/2014/chart" uri="{C3380CC4-5D6E-409C-BE32-E72D297353CC}">
              <c16:uniqueId val="{00000004-4DD0-4383-A606-343320313CDD}"/>
            </c:ext>
          </c:extLst>
        </c:ser>
        <c:ser>
          <c:idx val="5"/>
          <c:order val="5"/>
          <c:tx>
            <c:strRef>
              <c:f>Sheet1!$A$7</c:f>
              <c:strCache>
                <c:ptCount val="1"/>
                <c:pt idx="0">
                  <c:v>Север</c:v>
                </c:pt>
              </c:strCache>
            </c:strRef>
          </c:tx>
          <c:spPr bwMode="auto">
            <a:prstGeom prst="rect">
              <a:avLst/>
            </a:prstGeom>
            <a:ln w="28575" cap="rnd">
              <a:solidFill>
                <a:schemeClr val="bg2"/>
              </a:solidFill>
              <a:round/>
            </a:ln>
            <a:effectLst/>
          </c:spPr>
          <c:marker>
            <c:symbol val="circle"/>
            <c:size val="5"/>
            <c:spPr bwMode="auto">
              <a:prstGeom prst="rect">
                <a:avLst/>
              </a:prstGeom>
              <a:solidFill>
                <a:srgbClr val="AB337C"/>
              </a:solidFill>
              <a:ln w="9525">
                <a:no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Sheet1!$B$7:$J$7</c:f>
              <c:numCache>
                <c:formatCode>\О\с\н\о\в\н\о\й</c:formatCode>
                <c:ptCount val="9"/>
                <c:pt idx="0">
                  <c:v>45.9</c:v>
                </c:pt>
                <c:pt idx="1">
                  <c:v>46.9</c:v>
                </c:pt>
                <c:pt idx="2">
                  <c:v>45</c:v>
                </c:pt>
                <c:pt idx="3">
                  <c:v>43.9</c:v>
                </c:pt>
                <c:pt idx="4">
                  <c:v>45</c:v>
                </c:pt>
                <c:pt idx="5">
                  <c:v>43.9</c:v>
                </c:pt>
                <c:pt idx="6">
                  <c:v>20.399999999999999</c:v>
                </c:pt>
                <c:pt idx="7">
                  <c:v>27.4</c:v>
                </c:pt>
                <c:pt idx="8">
                  <c:v>20.399999999999999</c:v>
                </c:pt>
              </c:numCache>
            </c:numRef>
          </c:val>
          <c:smooth val="0"/>
          <c:extLst>
            <c:ext xmlns:c16="http://schemas.microsoft.com/office/drawing/2014/chart" uri="{C3380CC4-5D6E-409C-BE32-E72D297353CC}">
              <c16:uniqueId val="{00000005-4DD0-4383-A606-343320313CDD}"/>
            </c:ext>
          </c:extLst>
        </c:ser>
        <c:ser>
          <c:idx val="6"/>
          <c:order val="6"/>
          <c:tx>
            <c:strRef>
              <c:f>Sheet1!$A$8</c:f>
              <c:strCache>
                <c:ptCount val="1"/>
                <c:pt idx="0">
                  <c:v>Восток</c:v>
                </c:pt>
              </c:strCache>
            </c:strRef>
          </c:tx>
          <c:spPr bwMode="auto">
            <a:prstGeom prst="rect">
              <a:avLst/>
            </a:prstGeom>
            <a:ln w="28575" cap="rnd">
              <a:solidFill>
                <a:srgbClr val="47309C"/>
              </a:solidFill>
              <a:round/>
            </a:ln>
            <a:effectLst/>
          </c:spPr>
          <c:marker>
            <c:symbol val="circle"/>
            <c:size val="5"/>
            <c:spPr bwMode="auto">
              <a:prstGeom prst="rect">
                <a:avLst/>
              </a:prstGeom>
              <a:solidFill>
                <a:srgbClr val="47309C"/>
              </a:solidFill>
              <a:ln w="9525">
                <a:noFill/>
                <a:round/>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Sheet1!$B$8:$J$8</c:f>
              <c:numCache>
                <c:formatCode>\О\с\н\о\в\н\о\й</c:formatCode>
                <c:ptCount val="9"/>
                <c:pt idx="0">
                  <c:v>20.399999999999999</c:v>
                </c:pt>
                <c:pt idx="1">
                  <c:v>27.4</c:v>
                </c:pt>
                <c:pt idx="2">
                  <c:v>90</c:v>
                </c:pt>
                <c:pt idx="3">
                  <c:v>20.399999999999999</c:v>
                </c:pt>
                <c:pt idx="4">
                  <c:v>90</c:v>
                </c:pt>
                <c:pt idx="5">
                  <c:v>20.399999999999999</c:v>
                </c:pt>
                <c:pt idx="6">
                  <c:v>30.6</c:v>
                </c:pt>
                <c:pt idx="7">
                  <c:v>38.6</c:v>
                </c:pt>
                <c:pt idx="8">
                  <c:v>20.399999999999999</c:v>
                </c:pt>
              </c:numCache>
            </c:numRef>
          </c:val>
          <c:smooth val="0"/>
          <c:extLst>
            <c:ext xmlns:c16="http://schemas.microsoft.com/office/drawing/2014/chart" uri="{C3380CC4-5D6E-409C-BE32-E72D297353CC}">
              <c16:uniqueId val="{00000006-4DD0-4383-A606-343320313CDD}"/>
            </c:ext>
          </c:extLst>
        </c:ser>
        <c:ser>
          <c:idx val="7"/>
          <c:order val="7"/>
          <c:tx>
            <c:strRef>
              <c:f>Sheet1!$A$9</c:f>
              <c:strCache>
                <c:ptCount val="1"/>
                <c:pt idx="0">
                  <c:v>Запад</c:v>
                </c:pt>
              </c:strCache>
            </c:strRef>
          </c:tx>
          <c:spPr bwMode="auto">
            <a:prstGeom prst="rect">
              <a:avLst/>
            </a:prstGeom>
            <a:ln w="28575" cap="rnd">
              <a:solidFill>
                <a:schemeClr val="accent2">
                  <a:lumMod val="60000"/>
                </a:schemeClr>
              </a:solidFill>
              <a:round/>
            </a:ln>
            <a:effectLst/>
          </c:spPr>
          <c:marker>
            <c:symbol val="circle"/>
            <c:size val="5"/>
            <c:spPr bwMode="auto">
              <a:prstGeom prst="rect">
                <a:avLst/>
              </a:prstGeom>
              <a:solidFill>
                <a:schemeClr val="accent2">
                  <a:lumMod val="60000"/>
                </a:schemeClr>
              </a:solidFill>
              <a:ln w="9525">
                <a:solidFill>
                  <a:schemeClr val="accent2">
                    <a:lumMod val="60000"/>
                  </a:schemeClr>
                </a:solid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Sheet1!$B$9:$J$9</c:f>
              <c:numCache>
                <c:formatCode>\О\с\н\о\в\н\о\й</c:formatCode>
                <c:ptCount val="9"/>
                <c:pt idx="0">
                  <c:v>30.6</c:v>
                </c:pt>
                <c:pt idx="1">
                  <c:v>38.6</c:v>
                </c:pt>
                <c:pt idx="2">
                  <c:v>34.6</c:v>
                </c:pt>
                <c:pt idx="3">
                  <c:v>31.6</c:v>
                </c:pt>
                <c:pt idx="4">
                  <c:v>34.6</c:v>
                </c:pt>
                <c:pt idx="5">
                  <c:v>31.6</c:v>
                </c:pt>
                <c:pt idx="6">
                  <c:v>45.9</c:v>
                </c:pt>
                <c:pt idx="7">
                  <c:v>46.9</c:v>
                </c:pt>
                <c:pt idx="8">
                  <c:v>31.6</c:v>
                </c:pt>
              </c:numCache>
            </c:numRef>
          </c:val>
          <c:smooth val="0"/>
          <c:extLst>
            <c:ext xmlns:c16="http://schemas.microsoft.com/office/drawing/2014/chart" uri="{C3380CC4-5D6E-409C-BE32-E72D297353CC}">
              <c16:uniqueId val="{00000007-4DD0-4383-A606-343320313CDD}"/>
            </c:ext>
          </c:extLst>
        </c:ser>
        <c:ser>
          <c:idx val="8"/>
          <c:order val="8"/>
          <c:tx>
            <c:strRef>
              <c:f>Sheet1!$A$10</c:f>
              <c:strCache>
                <c:ptCount val="1"/>
                <c:pt idx="0">
                  <c:v>Север</c:v>
                </c:pt>
              </c:strCache>
            </c:strRef>
          </c:tx>
          <c:spPr bwMode="auto">
            <a:prstGeom prst="rect">
              <a:avLst/>
            </a:prstGeom>
            <a:ln w="28575" cap="rnd">
              <a:solidFill>
                <a:srgbClr val="F4695C"/>
              </a:solidFill>
              <a:round/>
            </a:ln>
            <a:effectLst/>
          </c:spPr>
          <c:marker>
            <c:symbol val="circle"/>
            <c:size val="5"/>
            <c:spPr bwMode="auto">
              <a:prstGeom prst="rect">
                <a:avLst/>
              </a:prstGeom>
              <a:solidFill>
                <a:srgbClr val="F4695C"/>
              </a:solidFill>
              <a:ln w="9525">
                <a:no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Sheet1!$B$10:$J$10</c:f>
              <c:numCache>
                <c:formatCode>\О\с\н\о\в\н\о\й</c:formatCode>
                <c:ptCount val="9"/>
                <c:pt idx="0">
                  <c:v>45.9</c:v>
                </c:pt>
                <c:pt idx="1">
                  <c:v>46.9</c:v>
                </c:pt>
                <c:pt idx="2">
                  <c:v>45</c:v>
                </c:pt>
                <c:pt idx="3">
                  <c:v>43.9</c:v>
                </c:pt>
                <c:pt idx="4">
                  <c:v>45</c:v>
                </c:pt>
                <c:pt idx="5">
                  <c:v>43.9</c:v>
                </c:pt>
                <c:pt idx="6">
                  <c:v>20.399999999999999</c:v>
                </c:pt>
                <c:pt idx="7">
                  <c:v>27.4</c:v>
                </c:pt>
                <c:pt idx="8">
                  <c:v>43.9</c:v>
                </c:pt>
              </c:numCache>
            </c:numRef>
          </c:val>
          <c:smooth val="0"/>
          <c:extLst>
            <c:ext xmlns:c16="http://schemas.microsoft.com/office/drawing/2014/chart" uri="{C3380CC4-5D6E-409C-BE32-E72D297353CC}">
              <c16:uniqueId val="{00000008-4DD0-4383-A606-343320313CDD}"/>
            </c:ext>
          </c:extLst>
        </c:ser>
        <c:ser>
          <c:idx val="9"/>
          <c:order val="9"/>
          <c:tx>
            <c:strRef>
              <c:f>Sheet1!$A$11</c:f>
              <c:strCache>
                <c:ptCount val="1"/>
              </c:strCache>
            </c:strRef>
          </c:tx>
          <c:spPr bwMode="auto">
            <a:prstGeom prst="rect">
              <a:avLst/>
            </a:prstGeom>
            <a:ln w="28575" cap="rnd">
              <a:solidFill>
                <a:schemeClr val="accent4">
                  <a:lumMod val="60000"/>
                </a:schemeClr>
              </a:solidFill>
              <a:round/>
            </a:ln>
            <a:effectLst/>
          </c:spPr>
          <c:marker>
            <c:symbol val="circle"/>
            <c:size val="5"/>
            <c:spPr bwMode="auto">
              <a:prstGeom prst="rect">
                <a:avLst/>
              </a:prstGeom>
              <a:solidFill>
                <a:schemeClr val="accent4">
                  <a:lumMod val="60000"/>
                </a:schemeClr>
              </a:solidFill>
              <a:ln w="9525">
                <a:solidFill>
                  <a:schemeClr val="accent4">
                    <a:lumMod val="60000"/>
                  </a:schemeClr>
                </a:solidFill>
              </a:ln>
              <a:effectLst/>
            </c:spPr>
          </c:marker>
          <c:cat>
            <c:strRef>
              <c:f>Sheet1!$B$1:$J$1</c:f>
              <c:strCache>
                <c:ptCount val="9"/>
                <c:pt idx="0">
                  <c:v>1 кв</c:v>
                </c:pt>
                <c:pt idx="1">
                  <c:v>2 кв</c:v>
                </c:pt>
                <c:pt idx="2">
                  <c:v>3 кв</c:v>
                </c:pt>
                <c:pt idx="3">
                  <c:v>4 кв</c:v>
                </c:pt>
                <c:pt idx="5">
                  <c:v>1 кв</c:v>
                </c:pt>
                <c:pt idx="6">
                  <c:v>2 кв</c:v>
                </c:pt>
                <c:pt idx="7">
                  <c:v>3 кв</c:v>
                </c:pt>
                <c:pt idx="8">
                  <c:v>4 кв</c:v>
                </c:pt>
              </c:strCache>
            </c:strRef>
          </c:cat>
          <c:val>
            <c:numRef>
              <c:f>Sheet1!$B$11:$J$11</c:f>
              <c:numCache>
                <c:formatCode>General</c:formatCode>
                <c:ptCount val="9"/>
              </c:numCache>
            </c:numRef>
          </c:val>
          <c:smooth val="0"/>
          <c:extLst>
            <c:ext xmlns:c16="http://schemas.microsoft.com/office/drawing/2014/chart" uri="{C3380CC4-5D6E-409C-BE32-E72D297353CC}">
              <c16:uniqueId val="{00000009-4DD0-4383-A606-343320313CDD}"/>
            </c:ext>
          </c:extLst>
        </c:ser>
        <c:dLbls>
          <c:showLegendKey val="0"/>
          <c:showVal val="0"/>
          <c:showCatName val="0"/>
          <c:showSerName val="0"/>
          <c:showPercent val="0"/>
          <c:showBubbleSize val="0"/>
        </c:dLbls>
        <c:marker val="1"/>
        <c:smooth val="0"/>
        <c:axId val="637557967"/>
        <c:axId val="1"/>
      </c:lineChart>
      <c:catAx>
        <c:axId val="637557967"/>
        <c:scaling>
          <c:orientation val="minMax"/>
        </c:scaling>
        <c:delete val="0"/>
        <c:axPos val="b"/>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0" spcFirstLastPara="1" vertOverflow="ellipsis" wrap="square" anchor="ctr" anchorCtr="1"/>
          <a:lstStyle/>
          <a:p>
            <a:pPr>
              <a:defRPr sz="1000" b="1" i="0" u="none" strike="noStrike" baseline="0">
                <a:solidFill>
                  <a:schemeClr val="tx1"/>
                </a:solidFill>
                <a:latin typeface="Montserrat"/>
                <a:ea typeface="Arial"/>
                <a:cs typeface="Arial"/>
              </a:defRPr>
            </a:pPr>
            <a:endParaRPr lang="ru-RU"/>
          </a:p>
        </c:txPr>
        <c:crossAx val="1"/>
        <c:crosses val="autoZero"/>
        <c:auto val="1"/>
        <c:lblAlgn val="ctr"/>
        <c:lblOffset val="100"/>
        <c:tickLblSkip val="1"/>
        <c:tickMarkSkip val="1"/>
        <c:noMultiLvlLbl val="0"/>
      </c:catAx>
      <c:valAx>
        <c:axId val="1"/>
        <c:scaling>
          <c:orientation val="minMax"/>
        </c:scaling>
        <c:delete val="0"/>
        <c:axPos val="l"/>
        <c:majorGridlines>
          <c:spPr bwMode="auto">
            <a:prstGeom prst="rect">
              <a:avLst/>
            </a:prstGeom>
            <a:ln w="9525" cap="flat" cmpd="sng" algn="ctr">
              <a:solidFill>
                <a:schemeClr val="tx1">
                  <a:lumMod val="15000"/>
                  <a:lumOff val="85000"/>
                </a:schemeClr>
              </a:solidFill>
              <a:round/>
            </a:ln>
            <a:effectLst/>
          </c:spPr>
        </c:majorGridlines>
        <c:numFmt formatCode="\О\с\н\о\в\н\о\й" sourceLinked="1"/>
        <c:majorTickMark val="none"/>
        <c:minorTickMark val="none"/>
        <c:tickLblPos val="nextTo"/>
        <c:spPr>
          <a:prstGeom prst="rect">
            <a:avLst/>
          </a:prstGeom>
          <a:noFill/>
          <a:ln>
            <a:noFill/>
          </a:ln>
          <a:effectLst/>
        </c:spPr>
        <c:txPr>
          <a:bodyPr rot="0" spcFirstLastPara="1" vertOverflow="ellipsis" wrap="square" anchor="ctr" anchorCtr="1"/>
          <a:lstStyle/>
          <a:p>
            <a:pPr>
              <a:defRPr sz="1000" b="1" i="0" u="none" strike="noStrike" baseline="0">
                <a:solidFill>
                  <a:schemeClr val="tx1"/>
                </a:solidFill>
                <a:latin typeface="Montserrat"/>
                <a:ea typeface="Arial"/>
                <a:cs typeface="Arial"/>
              </a:defRPr>
            </a:pPr>
            <a:endParaRPr lang="ru-RU"/>
          </a:p>
        </c:txPr>
        <c:crossAx val="637557967"/>
        <c:crosses val="autoZero"/>
        <c:crossBetween val="between"/>
      </c:valAx>
      <c:spPr>
        <a:prstGeom prst="rect">
          <a:avLst/>
        </a:prstGeom>
        <a:noFill/>
        <a:ln>
          <a:noFill/>
        </a:ln>
        <a:effectLst/>
      </c:spPr>
    </c:plotArea>
    <c:plotVisOnly val="1"/>
    <c:dispBlanksAs val="gap"/>
    <c:showDLblsOverMax val="0"/>
  </c:chart>
  <c:spPr bwMode="auto">
    <a:xfrm>
      <a:off x="4316413" y="1704975"/>
      <a:ext cx="3544887" cy="3476625"/>
    </a:xfrm>
    <a:prstGeom prst="rect">
      <a:avLst/>
    </a:prstGeom>
    <a:noFill/>
    <a:ln w="9525" cap="flat" cmpd="sng" algn="ctr">
      <a:noFill/>
      <a:round/>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20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ln w="19050">
        <a:solidFill>
          <a:schemeClr val="lt1"/>
        </a:solidFill>
      </a:ln>
    </cs:spPr>
  </cs:dataPoint>
  <cs:dataPoint3D>
    <cs:lnRef idx="0"/>
    <cs:fillRef idx="1">
      <cs:styleClr val="auto"/>
    </cs:fillRef>
    <cs:effectRef idx="0"/>
    <cs:fontRef idx="minor">
      <a:schemeClr val="tx1"/>
    </cs:fontRef>
    <cs:spPr bwMode="auto">
      <a:prstGeom prst="rect">
        <a:avLst/>
      </a:prstGeom>
      <a:ln w="25400">
        <a:solidFill>
          <a:schemeClr val="lt1"/>
        </a:solidFill>
      </a:ln>
    </cs:spPr>
  </cs:dataPoint3D>
  <cs:dataPointLine>
    <cs:lnRef idx="0">
      <cs:styleClr val="auto"/>
    </cs:lnRef>
    <cs:fillRef idx="0"/>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MarkerLayout/>
  <cs:dataPointWireframe>
    <cs:lnRef idx="0">
      <cs:styleClr val="auto"/>
    </cs:lnRef>
    <cs:fillRef idx="0"/>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MarkerLayout/>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87C642-7D92-4352-805C-5666863F89EE}" type="doc">
      <dgm:prSet loTypeId="urn:microsoft.com/office/officeart/2009/3/layout/HorizontalOrganizationChart#1" loCatId="hierarchy" qsTypeId="urn:microsoft.com/office/officeart/2005/8/quickstyle/simple1#1" qsCatId="simple" csTypeId="urn:microsoft.com/office/officeart/2005/8/colors/colorful1" csCatId="colorful" phldr="1"/>
      <dgm:spPr bwMode="auto"/>
      <dgm:t>
        <a:bodyPr/>
        <a:lstStyle/>
        <a:p>
          <a:pPr>
            <a:defRPr/>
          </a:pPr>
          <a:endParaRPr lang="ru-RU"/>
        </a:p>
      </dgm:t>
    </dgm:pt>
    <dgm:pt modelId="{800A790C-8C88-4E12-8974-96F0A78270B4}">
      <dgm:prSet phldrT="[Текст]" phldr="1"/>
      <dgm:spPr bwMode="auto"/>
      <dgm:t>
        <a:bodyPr/>
        <a:lstStyle/>
        <a:p>
          <a:pPr>
            <a:defRPr/>
          </a:pPr>
          <a:endParaRPr lang="ru-RU"/>
        </a:p>
      </dgm:t>
    </dgm:pt>
    <dgm:pt modelId="{0355B647-47AE-4FE0-8384-5A77D6985AD7}" type="parTrans" cxnId="{78901EB0-775F-400B-B715-DF1A8259980D}">
      <dgm:prSet/>
      <dgm:spPr bwMode="auto"/>
      <dgm:t>
        <a:bodyPr/>
        <a:lstStyle/>
        <a:p>
          <a:pPr>
            <a:defRPr/>
          </a:pPr>
          <a:endParaRPr lang="ru-RU"/>
        </a:p>
      </dgm:t>
    </dgm:pt>
    <dgm:pt modelId="{F2DA2285-5B07-4685-8938-7AA7FEA5BB99}" type="sibTrans" cxnId="{78901EB0-775F-400B-B715-DF1A8259980D}">
      <dgm:prSet/>
      <dgm:spPr bwMode="auto"/>
      <dgm:t>
        <a:bodyPr/>
        <a:lstStyle/>
        <a:p>
          <a:pPr>
            <a:defRPr/>
          </a:pPr>
          <a:endParaRPr lang="ru-RU"/>
        </a:p>
      </dgm:t>
    </dgm:pt>
    <dgm:pt modelId="{BE13AADB-BC82-4E01-8B95-ACA4E31B3811}" type="asst">
      <dgm:prSet phldrT="[Текст]" phldr="1"/>
      <dgm:spPr bwMode="auto"/>
      <dgm:t>
        <a:bodyPr/>
        <a:lstStyle/>
        <a:p>
          <a:pPr>
            <a:defRPr/>
          </a:pPr>
          <a:endParaRPr lang="ru-RU"/>
        </a:p>
      </dgm:t>
    </dgm:pt>
    <dgm:pt modelId="{0D79BB12-2DA5-40A5-86C5-7AE2A3C70B15}" type="parTrans" cxnId="{6A383754-0B80-47DF-BC13-9E0B594075BF}">
      <dgm:prSet/>
      <dgm:spPr bwMode="auto"/>
      <dgm:t>
        <a:bodyPr/>
        <a:lstStyle/>
        <a:p>
          <a:pPr>
            <a:defRPr/>
          </a:pPr>
          <a:endParaRPr lang="ru-RU"/>
        </a:p>
      </dgm:t>
    </dgm:pt>
    <dgm:pt modelId="{C37339FB-3752-4AE9-A897-EF9678E5E65D}" type="sibTrans" cxnId="{6A383754-0B80-47DF-BC13-9E0B594075BF}">
      <dgm:prSet/>
      <dgm:spPr bwMode="auto"/>
      <dgm:t>
        <a:bodyPr/>
        <a:lstStyle/>
        <a:p>
          <a:pPr>
            <a:defRPr/>
          </a:pPr>
          <a:endParaRPr lang="ru-RU"/>
        </a:p>
      </dgm:t>
    </dgm:pt>
    <dgm:pt modelId="{2E18AAED-0CD4-4F11-9DAF-F7039DFD3F50}">
      <dgm:prSet phldrT="[Текст]" phldr="1"/>
      <dgm:spPr bwMode="auto"/>
      <dgm:t>
        <a:bodyPr/>
        <a:lstStyle/>
        <a:p>
          <a:pPr>
            <a:defRPr/>
          </a:pPr>
          <a:endParaRPr lang="ru-RU"/>
        </a:p>
      </dgm:t>
    </dgm:pt>
    <dgm:pt modelId="{0E64C2C3-401B-41E6-A2AB-1926722A086F}" type="parTrans" cxnId="{CFC97A2D-00CF-41D9-B100-20055D6DDE25}">
      <dgm:prSet/>
      <dgm:spPr bwMode="auto"/>
      <dgm:t>
        <a:bodyPr/>
        <a:lstStyle/>
        <a:p>
          <a:pPr>
            <a:defRPr/>
          </a:pPr>
          <a:endParaRPr lang="ru-RU"/>
        </a:p>
      </dgm:t>
    </dgm:pt>
    <dgm:pt modelId="{84F24196-970B-42E9-9FB1-4742B7870810}" type="sibTrans" cxnId="{CFC97A2D-00CF-41D9-B100-20055D6DDE25}">
      <dgm:prSet/>
      <dgm:spPr bwMode="auto"/>
      <dgm:t>
        <a:bodyPr/>
        <a:lstStyle/>
        <a:p>
          <a:pPr>
            <a:defRPr/>
          </a:pPr>
          <a:endParaRPr lang="ru-RU"/>
        </a:p>
      </dgm:t>
    </dgm:pt>
    <dgm:pt modelId="{1CD86DBE-3146-4FEB-BA99-7AB3C5A582E4}">
      <dgm:prSet phldrT="[Текст]" phldr="1"/>
      <dgm:spPr bwMode="auto"/>
      <dgm:t>
        <a:bodyPr/>
        <a:lstStyle/>
        <a:p>
          <a:pPr>
            <a:defRPr/>
          </a:pPr>
          <a:endParaRPr lang="ru-RU"/>
        </a:p>
      </dgm:t>
    </dgm:pt>
    <dgm:pt modelId="{06DA33D0-2A04-45BD-8028-5522FBF5AB3A}" type="parTrans" cxnId="{0EB59BFD-25D5-4567-8000-C461F4F18395}">
      <dgm:prSet/>
      <dgm:spPr bwMode="auto"/>
      <dgm:t>
        <a:bodyPr/>
        <a:lstStyle/>
        <a:p>
          <a:pPr>
            <a:defRPr/>
          </a:pPr>
          <a:endParaRPr lang="ru-RU"/>
        </a:p>
      </dgm:t>
    </dgm:pt>
    <dgm:pt modelId="{4C95CA5D-6AE0-4AD6-AB91-38FBB44A6D9F}" type="sibTrans" cxnId="{0EB59BFD-25D5-4567-8000-C461F4F18395}">
      <dgm:prSet/>
      <dgm:spPr bwMode="auto"/>
      <dgm:t>
        <a:bodyPr/>
        <a:lstStyle/>
        <a:p>
          <a:pPr>
            <a:defRPr/>
          </a:pPr>
          <a:endParaRPr lang="ru-RU"/>
        </a:p>
      </dgm:t>
    </dgm:pt>
    <dgm:pt modelId="{C6D888E2-CDC8-4110-BB6A-29BE2BD35AB4}">
      <dgm:prSet phldrT="[Текст]" phldr="1"/>
      <dgm:spPr bwMode="auto"/>
      <dgm:t>
        <a:bodyPr/>
        <a:lstStyle/>
        <a:p>
          <a:pPr>
            <a:defRPr/>
          </a:pPr>
          <a:endParaRPr lang="ru-RU"/>
        </a:p>
      </dgm:t>
    </dgm:pt>
    <dgm:pt modelId="{252314A9-17D9-4753-AF59-CF304B5A35A4}" type="parTrans" cxnId="{B4E27CEC-93F9-4DEB-A357-A6F52B22E32D}">
      <dgm:prSet/>
      <dgm:spPr bwMode="auto"/>
      <dgm:t>
        <a:bodyPr/>
        <a:lstStyle/>
        <a:p>
          <a:pPr>
            <a:defRPr/>
          </a:pPr>
          <a:endParaRPr lang="ru-RU"/>
        </a:p>
      </dgm:t>
    </dgm:pt>
    <dgm:pt modelId="{EF08D530-3D54-4B45-9E29-907D129FBCB9}" type="sibTrans" cxnId="{B4E27CEC-93F9-4DEB-A357-A6F52B22E32D}">
      <dgm:prSet/>
      <dgm:spPr bwMode="auto"/>
      <dgm:t>
        <a:bodyPr/>
        <a:lstStyle/>
        <a:p>
          <a:pPr>
            <a:defRPr/>
          </a:pPr>
          <a:endParaRPr lang="ru-RU"/>
        </a:p>
      </dgm:t>
    </dgm:pt>
    <dgm:pt modelId="{5074DAD2-08C7-4B75-9F25-B977269EEB15}" type="asst">
      <dgm:prSet phldrT="[Текст]" phldr="1"/>
      <dgm:spPr bwMode="auto"/>
      <dgm:t>
        <a:bodyPr/>
        <a:lstStyle/>
        <a:p>
          <a:pPr>
            <a:defRPr/>
          </a:pPr>
          <a:endParaRPr lang="ru-RU"/>
        </a:p>
      </dgm:t>
    </dgm:pt>
    <dgm:pt modelId="{65FC4D8E-915F-492C-9209-01F10B861B76}" type="parTrans" cxnId="{65086B4A-3545-475D-959C-3373E9070374}">
      <dgm:prSet/>
      <dgm:spPr bwMode="auto"/>
      <dgm:t>
        <a:bodyPr/>
        <a:lstStyle/>
        <a:p>
          <a:pPr>
            <a:defRPr/>
          </a:pPr>
          <a:endParaRPr lang="ru-RU"/>
        </a:p>
      </dgm:t>
    </dgm:pt>
    <dgm:pt modelId="{75A1428B-4479-470F-8B23-4BBA7B93AFF8}" type="sibTrans" cxnId="{65086B4A-3545-475D-959C-3373E9070374}">
      <dgm:prSet/>
      <dgm:spPr bwMode="auto"/>
      <dgm:t>
        <a:bodyPr/>
        <a:lstStyle/>
        <a:p>
          <a:pPr>
            <a:defRPr/>
          </a:pPr>
          <a:endParaRPr lang="ru-RU"/>
        </a:p>
      </dgm:t>
    </dgm:pt>
    <dgm:pt modelId="{72043966-FEA8-423F-8A6D-39B266F7A2C6}">
      <dgm:prSet phldrT="[Текст]" phldr="1"/>
      <dgm:spPr bwMode="auto"/>
      <dgm:t>
        <a:bodyPr/>
        <a:lstStyle/>
        <a:p>
          <a:pPr>
            <a:defRPr/>
          </a:pPr>
          <a:endParaRPr lang="ru-RU"/>
        </a:p>
      </dgm:t>
    </dgm:pt>
    <dgm:pt modelId="{C921C91E-4F69-44DC-9662-C9E0FAF299CB}" type="parTrans" cxnId="{1F6604F6-945A-4588-954A-96F41E7CA8BF}">
      <dgm:prSet/>
      <dgm:spPr bwMode="auto"/>
      <dgm:t>
        <a:bodyPr/>
        <a:lstStyle/>
        <a:p>
          <a:pPr>
            <a:defRPr/>
          </a:pPr>
          <a:endParaRPr lang="ru-RU"/>
        </a:p>
      </dgm:t>
    </dgm:pt>
    <dgm:pt modelId="{14DD13EA-14DB-4471-BE79-7F9D2335C0C9}" type="sibTrans" cxnId="{1F6604F6-945A-4588-954A-96F41E7CA8BF}">
      <dgm:prSet/>
      <dgm:spPr bwMode="auto"/>
      <dgm:t>
        <a:bodyPr/>
        <a:lstStyle/>
        <a:p>
          <a:pPr>
            <a:defRPr/>
          </a:pPr>
          <a:endParaRPr lang="ru-RU"/>
        </a:p>
      </dgm:t>
    </dgm:pt>
    <dgm:pt modelId="{36D69C3D-8D1C-4E79-B4C8-3C48295FCD8E}">
      <dgm:prSet phldrT="[Текст]" phldr="1"/>
      <dgm:spPr bwMode="auto"/>
      <dgm:t>
        <a:bodyPr/>
        <a:lstStyle/>
        <a:p>
          <a:pPr>
            <a:defRPr/>
          </a:pPr>
          <a:endParaRPr lang="ru-RU"/>
        </a:p>
      </dgm:t>
    </dgm:pt>
    <dgm:pt modelId="{A44D0C23-BFCB-40FA-B4CD-6F511822F4D0}" type="parTrans" cxnId="{F07DB4DE-6CB8-4778-9E41-F4DD54928269}">
      <dgm:prSet/>
      <dgm:spPr bwMode="auto"/>
      <dgm:t>
        <a:bodyPr/>
        <a:lstStyle/>
        <a:p>
          <a:pPr>
            <a:defRPr/>
          </a:pPr>
          <a:endParaRPr lang="ru-RU"/>
        </a:p>
      </dgm:t>
    </dgm:pt>
    <dgm:pt modelId="{3270D6A2-A83B-417A-B76C-7E7EF419E5AC}" type="sibTrans" cxnId="{F07DB4DE-6CB8-4778-9E41-F4DD54928269}">
      <dgm:prSet/>
      <dgm:spPr bwMode="auto"/>
      <dgm:t>
        <a:bodyPr/>
        <a:lstStyle/>
        <a:p>
          <a:pPr>
            <a:defRPr/>
          </a:pPr>
          <a:endParaRPr lang="ru-RU"/>
        </a:p>
      </dgm:t>
    </dgm:pt>
    <dgm:pt modelId="{97368F09-46F6-4AD1-94E2-4066EDE28F22}" type="pres">
      <dgm:prSet presAssocID="{0F87C642-7D92-4352-805C-5666863F89EE}" presName="hierChild1" presStyleCnt="0">
        <dgm:presLayoutVars>
          <dgm:chPref val="1"/>
          <dgm:dir/>
          <dgm:animOne val="branch"/>
          <dgm:animLvl val="lvl"/>
          <dgm:resizeHandles val="exact"/>
        </dgm:presLayoutVars>
      </dgm:prSet>
      <dgm:spPr bwMode="auto"/>
    </dgm:pt>
    <dgm:pt modelId="{39BA8D89-2574-49F1-8455-A12BE8EBEC4C}" type="pres">
      <dgm:prSet presAssocID="{800A790C-8C88-4E12-8974-96F0A78270B4}" presName="hierRoot1" presStyleCnt="0">
        <dgm:presLayoutVars>
          <dgm:hierBranch val="init"/>
        </dgm:presLayoutVars>
      </dgm:prSet>
      <dgm:spPr bwMode="auto"/>
    </dgm:pt>
    <dgm:pt modelId="{246EE15D-2DB1-4443-B8ED-9F0CDD91CBB4}" type="pres">
      <dgm:prSet presAssocID="{800A790C-8C88-4E12-8974-96F0A78270B4}" presName="rootComposite1" presStyleCnt="0"/>
      <dgm:spPr bwMode="auto"/>
    </dgm:pt>
    <dgm:pt modelId="{583FD114-7CEE-4002-9722-E518FA48D065}" type="pres">
      <dgm:prSet presAssocID="{800A790C-8C88-4E12-8974-96F0A78270B4}" presName="rootText1" presStyleLbl="node0" presStyleIdx="0" presStyleCnt="1">
        <dgm:presLayoutVars>
          <dgm:chPref val="3"/>
        </dgm:presLayoutVars>
      </dgm:prSet>
      <dgm:spPr bwMode="auto"/>
    </dgm:pt>
    <dgm:pt modelId="{A75267B4-0ADF-4234-A367-7F40151F6E92}" type="pres">
      <dgm:prSet presAssocID="{800A790C-8C88-4E12-8974-96F0A78270B4}" presName="rootConnector1" presStyleLbl="node1" presStyleIdx="0" presStyleCnt="0"/>
      <dgm:spPr bwMode="auto"/>
    </dgm:pt>
    <dgm:pt modelId="{74BF8301-C280-45D3-828E-6077446AEFFA}" type="pres">
      <dgm:prSet presAssocID="{800A790C-8C88-4E12-8974-96F0A78270B4}" presName="hierChild2" presStyleCnt="0"/>
      <dgm:spPr bwMode="auto"/>
    </dgm:pt>
    <dgm:pt modelId="{4E374A65-9572-4907-8A92-C99DB18FD887}" type="pres">
      <dgm:prSet presAssocID="{0E64C2C3-401B-41E6-A2AB-1926722A086F}" presName="Name64" presStyleLbl="parChTrans1D2" presStyleIdx="0" presStyleCnt="7"/>
      <dgm:spPr bwMode="auto"/>
    </dgm:pt>
    <dgm:pt modelId="{AB6C3C7A-C95F-4953-A46D-8F8FD3701AB2}" type="pres">
      <dgm:prSet presAssocID="{2E18AAED-0CD4-4F11-9DAF-F7039DFD3F50}" presName="hierRoot2" presStyleCnt="0">
        <dgm:presLayoutVars>
          <dgm:hierBranch val="init"/>
        </dgm:presLayoutVars>
      </dgm:prSet>
      <dgm:spPr bwMode="auto"/>
    </dgm:pt>
    <dgm:pt modelId="{F7110428-A9C9-4A94-A88D-C3F1CD0C933F}" type="pres">
      <dgm:prSet presAssocID="{2E18AAED-0CD4-4F11-9DAF-F7039DFD3F50}" presName="rootComposite" presStyleCnt="0"/>
      <dgm:spPr bwMode="auto"/>
    </dgm:pt>
    <dgm:pt modelId="{A73ACF89-3AFA-4AD4-BEAD-2F401A0CDD32}" type="pres">
      <dgm:prSet presAssocID="{2E18AAED-0CD4-4F11-9DAF-F7039DFD3F50}" presName="rootText" presStyleLbl="node2" presStyleIdx="0" presStyleCnt="5">
        <dgm:presLayoutVars>
          <dgm:chPref val="3"/>
        </dgm:presLayoutVars>
      </dgm:prSet>
      <dgm:spPr bwMode="auto"/>
    </dgm:pt>
    <dgm:pt modelId="{3E49631A-DFAD-4EF8-885E-2D15B32D040B}" type="pres">
      <dgm:prSet presAssocID="{2E18AAED-0CD4-4F11-9DAF-F7039DFD3F50}" presName="rootConnector" presStyleLbl="node2" presStyleIdx="0" presStyleCnt="5"/>
      <dgm:spPr bwMode="auto"/>
    </dgm:pt>
    <dgm:pt modelId="{58C89709-6039-45D8-95C0-BDC64BE538AB}" type="pres">
      <dgm:prSet presAssocID="{2E18AAED-0CD4-4F11-9DAF-F7039DFD3F50}" presName="hierChild4" presStyleCnt="0"/>
      <dgm:spPr bwMode="auto"/>
    </dgm:pt>
    <dgm:pt modelId="{A2D7493F-EE4A-4797-9786-BF7386D6EFEF}" type="pres">
      <dgm:prSet presAssocID="{2E18AAED-0CD4-4F11-9DAF-F7039DFD3F50}" presName="hierChild5" presStyleCnt="0"/>
      <dgm:spPr bwMode="auto"/>
    </dgm:pt>
    <dgm:pt modelId="{AEFD4097-3F97-451C-9439-8A64EAA4CEB0}" type="pres">
      <dgm:prSet presAssocID="{06DA33D0-2A04-45BD-8028-5522FBF5AB3A}" presName="Name64" presStyleLbl="parChTrans1D2" presStyleIdx="1" presStyleCnt="7"/>
      <dgm:spPr bwMode="auto"/>
    </dgm:pt>
    <dgm:pt modelId="{12A6A6D2-A22D-42EA-AEF3-D13FEF07FB0E}" type="pres">
      <dgm:prSet presAssocID="{1CD86DBE-3146-4FEB-BA99-7AB3C5A582E4}" presName="hierRoot2" presStyleCnt="0">
        <dgm:presLayoutVars>
          <dgm:hierBranch val="init"/>
        </dgm:presLayoutVars>
      </dgm:prSet>
      <dgm:spPr bwMode="auto"/>
    </dgm:pt>
    <dgm:pt modelId="{0CD924B4-E53C-4E42-A145-3EAE21A1A2B2}" type="pres">
      <dgm:prSet presAssocID="{1CD86DBE-3146-4FEB-BA99-7AB3C5A582E4}" presName="rootComposite" presStyleCnt="0"/>
      <dgm:spPr bwMode="auto"/>
    </dgm:pt>
    <dgm:pt modelId="{3F05C3AB-BBC0-476F-B854-54088020446C}" type="pres">
      <dgm:prSet presAssocID="{1CD86DBE-3146-4FEB-BA99-7AB3C5A582E4}" presName="rootText" presStyleLbl="node2" presStyleIdx="1" presStyleCnt="5">
        <dgm:presLayoutVars>
          <dgm:chPref val="3"/>
        </dgm:presLayoutVars>
      </dgm:prSet>
      <dgm:spPr bwMode="auto"/>
    </dgm:pt>
    <dgm:pt modelId="{B6B99485-933D-4B99-967E-053F7CF067C6}" type="pres">
      <dgm:prSet presAssocID="{1CD86DBE-3146-4FEB-BA99-7AB3C5A582E4}" presName="rootConnector" presStyleLbl="node2" presStyleIdx="1" presStyleCnt="5"/>
      <dgm:spPr bwMode="auto"/>
    </dgm:pt>
    <dgm:pt modelId="{56F21097-AE1A-4374-B7A0-9BB620F60C0D}" type="pres">
      <dgm:prSet presAssocID="{1CD86DBE-3146-4FEB-BA99-7AB3C5A582E4}" presName="hierChild4" presStyleCnt="0"/>
      <dgm:spPr bwMode="auto"/>
    </dgm:pt>
    <dgm:pt modelId="{D7CA0B44-770D-47D7-9ECA-0B2C2193040C}" type="pres">
      <dgm:prSet presAssocID="{1CD86DBE-3146-4FEB-BA99-7AB3C5A582E4}" presName="hierChild5" presStyleCnt="0"/>
      <dgm:spPr bwMode="auto"/>
    </dgm:pt>
    <dgm:pt modelId="{6AE4A12B-D6EA-47C3-8C54-52EF50D97CDA}" type="pres">
      <dgm:prSet presAssocID="{252314A9-17D9-4753-AF59-CF304B5A35A4}" presName="Name64" presStyleLbl="parChTrans1D2" presStyleIdx="2" presStyleCnt="7"/>
      <dgm:spPr bwMode="auto"/>
    </dgm:pt>
    <dgm:pt modelId="{A7A38901-819E-44C5-B72C-E732F22216DF}" type="pres">
      <dgm:prSet presAssocID="{C6D888E2-CDC8-4110-BB6A-29BE2BD35AB4}" presName="hierRoot2" presStyleCnt="0">
        <dgm:presLayoutVars>
          <dgm:hierBranch val="init"/>
        </dgm:presLayoutVars>
      </dgm:prSet>
      <dgm:spPr bwMode="auto"/>
    </dgm:pt>
    <dgm:pt modelId="{08B0A985-10C1-4991-ACBC-5879F187CC52}" type="pres">
      <dgm:prSet presAssocID="{C6D888E2-CDC8-4110-BB6A-29BE2BD35AB4}" presName="rootComposite" presStyleCnt="0"/>
      <dgm:spPr bwMode="auto"/>
    </dgm:pt>
    <dgm:pt modelId="{A1861E94-BA73-4B5C-97F0-AF0B3C8F7EAF}" type="pres">
      <dgm:prSet presAssocID="{C6D888E2-CDC8-4110-BB6A-29BE2BD35AB4}" presName="rootText" presStyleLbl="node2" presStyleIdx="2" presStyleCnt="5">
        <dgm:presLayoutVars>
          <dgm:chPref val="3"/>
        </dgm:presLayoutVars>
      </dgm:prSet>
      <dgm:spPr bwMode="auto"/>
    </dgm:pt>
    <dgm:pt modelId="{A9265FD6-8A06-4F12-A6E5-8CF2332EA14F}" type="pres">
      <dgm:prSet presAssocID="{C6D888E2-CDC8-4110-BB6A-29BE2BD35AB4}" presName="rootConnector" presStyleLbl="node2" presStyleIdx="2" presStyleCnt="5"/>
      <dgm:spPr bwMode="auto"/>
    </dgm:pt>
    <dgm:pt modelId="{22E9EB36-3CC5-4E6D-8FA1-F20F5CADEE83}" type="pres">
      <dgm:prSet presAssocID="{C6D888E2-CDC8-4110-BB6A-29BE2BD35AB4}" presName="hierChild4" presStyleCnt="0"/>
      <dgm:spPr bwMode="auto"/>
    </dgm:pt>
    <dgm:pt modelId="{2EAB720F-446A-416C-AA3D-9190C338F85B}" type="pres">
      <dgm:prSet presAssocID="{C6D888E2-CDC8-4110-BB6A-29BE2BD35AB4}" presName="hierChild5" presStyleCnt="0"/>
      <dgm:spPr bwMode="auto"/>
    </dgm:pt>
    <dgm:pt modelId="{87F20592-D7EB-49D9-9B64-A8A3AE45315B}" type="pres">
      <dgm:prSet presAssocID="{C921C91E-4F69-44DC-9662-C9E0FAF299CB}" presName="Name64" presStyleLbl="parChTrans1D2" presStyleIdx="3" presStyleCnt="7"/>
      <dgm:spPr bwMode="auto"/>
    </dgm:pt>
    <dgm:pt modelId="{6EC3B042-5EBA-4DE3-A2E6-B49329E1D474}" type="pres">
      <dgm:prSet presAssocID="{72043966-FEA8-423F-8A6D-39B266F7A2C6}" presName="hierRoot2" presStyleCnt="0">
        <dgm:presLayoutVars>
          <dgm:hierBranch val="init"/>
        </dgm:presLayoutVars>
      </dgm:prSet>
      <dgm:spPr bwMode="auto"/>
    </dgm:pt>
    <dgm:pt modelId="{3357C53D-1CD2-4D3E-A1FE-F5BA3717AEA6}" type="pres">
      <dgm:prSet presAssocID="{72043966-FEA8-423F-8A6D-39B266F7A2C6}" presName="rootComposite" presStyleCnt="0"/>
      <dgm:spPr bwMode="auto"/>
    </dgm:pt>
    <dgm:pt modelId="{C349E9FD-5FD1-4704-9921-3CCA8C86447B}" type="pres">
      <dgm:prSet presAssocID="{72043966-FEA8-423F-8A6D-39B266F7A2C6}" presName="rootText" presStyleLbl="node2" presStyleIdx="3" presStyleCnt="5">
        <dgm:presLayoutVars>
          <dgm:chPref val="3"/>
        </dgm:presLayoutVars>
      </dgm:prSet>
      <dgm:spPr bwMode="auto"/>
    </dgm:pt>
    <dgm:pt modelId="{15A9C6E3-AE24-4D08-8664-8D40C3852287}" type="pres">
      <dgm:prSet presAssocID="{72043966-FEA8-423F-8A6D-39B266F7A2C6}" presName="rootConnector" presStyleLbl="node2" presStyleIdx="3" presStyleCnt="5"/>
      <dgm:spPr bwMode="auto"/>
    </dgm:pt>
    <dgm:pt modelId="{0A0D9CC6-45F0-411C-9FD4-664E7E675BA9}" type="pres">
      <dgm:prSet presAssocID="{72043966-FEA8-423F-8A6D-39B266F7A2C6}" presName="hierChild4" presStyleCnt="0"/>
      <dgm:spPr bwMode="auto"/>
    </dgm:pt>
    <dgm:pt modelId="{07350BD7-F250-4261-BCB6-7399F39CE277}" type="pres">
      <dgm:prSet presAssocID="{72043966-FEA8-423F-8A6D-39B266F7A2C6}" presName="hierChild5" presStyleCnt="0"/>
      <dgm:spPr bwMode="auto"/>
    </dgm:pt>
    <dgm:pt modelId="{DE67DC04-813E-4F8C-B629-0585C2F244A1}" type="pres">
      <dgm:prSet presAssocID="{A44D0C23-BFCB-40FA-B4CD-6F511822F4D0}" presName="Name64" presStyleLbl="parChTrans1D2" presStyleIdx="4" presStyleCnt="7"/>
      <dgm:spPr bwMode="auto"/>
    </dgm:pt>
    <dgm:pt modelId="{BC51FC4E-2410-45E4-9C58-83D461BB8E3C}" type="pres">
      <dgm:prSet presAssocID="{36D69C3D-8D1C-4E79-B4C8-3C48295FCD8E}" presName="hierRoot2" presStyleCnt="0">
        <dgm:presLayoutVars>
          <dgm:hierBranch val="init"/>
        </dgm:presLayoutVars>
      </dgm:prSet>
      <dgm:spPr bwMode="auto"/>
    </dgm:pt>
    <dgm:pt modelId="{BC6EB84D-26C3-42E0-9659-ED90F2D2225B}" type="pres">
      <dgm:prSet presAssocID="{36D69C3D-8D1C-4E79-B4C8-3C48295FCD8E}" presName="rootComposite" presStyleCnt="0"/>
      <dgm:spPr bwMode="auto"/>
    </dgm:pt>
    <dgm:pt modelId="{51BF0036-BB66-4670-8F57-9976FD18418B}" type="pres">
      <dgm:prSet presAssocID="{36D69C3D-8D1C-4E79-B4C8-3C48295FCD8E}" presName="rootText" presStyleLbl="node2" presStyleIdx="4" presStyleCnt="5">
        <dgm:presLayoutVars>
          <dgm:chPref val="3"/>
        </dgm:presLayoutVars>
      </dgm:prSet>
      <dgm:spPr bwMode="auto"/>
    </dgm:pt>
    <dgm:pt modelId="{51C28690-12DC-4BED-9E0F-CA20A38663BA}" type="pres">
      <dgm:prSet presAssocID="{36D69C3D-8D1C-4E79-B4C8-3C48295FCD8E}" presName="rootConnector" presStyleLbl="node2" presStyleIdx="4" presStyleCnt="5"/>
      <dgm:spPr bwMode="auto"/>
    </dgm:pt>
    <dgm:pt modelId="{C0CAECEA-E41E-4E5D-AD1A-2FC74CB98FC4}" type="pres">
      <dgm:prSet presAssocID="{36D69C3D-8D1C-4E79-B4C8-3C48295FCD8E}" presName="hierChild4" presStyleCnt="0"/>
      <dgm:spPr bwMode="auto"/>
    </dgm:pt>
    <dgm:pt modelId="{D5641E45-3285-40C4-8A40-B909C1D1A8DF}" type="pres">
      <dgm:prSet presAssocID="{36D69C3D-8D1C-4E79-B4C8-3C48295FCD8E}" presName="hierChild5" presStyleCnt="0"/>
      <dgm:spPr bwMode="auto"/>
    </dgm:pt>
    <dgm:pt modelId="{885AE314-364F-4E1B-95DA-EB68526D9FFD}" type="pres">
      <dgm:prSet presAssocID="{800A790C-8C88-4E12-8974-96F0A78270B4}" presName="hierChild3" presStyleCnt="0"/>
      <dgm:spPr bwMode="auto"/>
    </dgm:pt>
    <dgm:pt modelId="{9F708968-BE72-4F79-8261-8626592AB543}" type="pres">
      <dgm:prSet presAssocID="{0D79BB12-2DA5-40A5-86C5-7AE2A3C70B15}" presName="Name115" presStyleLbl="parChTrans1D2" presStyleIdx="5" presStyleCnt="7"/>
      <dgm:spPr bwMode="auto"/>
    </dgm:pt>
    <dgm:pt modelId="{30B8C49D-44B2-4DF5-8026-5D3ECDE93C04}" type="pres">
      <dgm:prSet presAssocID="{BE13AADB-BC82-4E01-8B95-ACA4E31B3811}" presName="hierRoot3" presStyleCnt="0">
        <dgm:presLayoutVars>
          <dgm:hierBranch val="init"/>
        </dgm:presLayoutVars>
      </dgm:prSet>
      <dgm:spPr bwMode="auto"/>
    </dgm:pt>
    <dgm:pt modelId="{030B9A69-CB18-4DDA-B923-FB2DE819377F}" type="pres">
      <dgm:prSet presAssocID="{BE13AADB-BC82-4E01-8B95-ACA4E31B3811}" presName="rootComposite3" presStyleCnt="0"/>
      <dgm:spPr bwMode="auto"/>
    </dgm:pt>
    <dgm:pt modelId="{1E653A0B-79A2-48D2-9E97-81BD961EF25C}" type="pres">
      <dgm:prSet presAssocID="{BE13AADB-BC82-4E01-8B95-ACA4E31B3811}" presName="rootText3" presStyleLbl="asst1" presStyleIdx="0" presStyleCnt="2">
        <dgm:presLayoutVars>
          <dgm:chPref val="3"/>
        </dgm:presLayoutVars>
      </dgm:prSet>
      <dgm:spPr bwMode="auto"/>
    </dgm:pt>
    <dgm:pt modelId="{7832DAF5-4E22-4619-BEFF-D17427F656C0}" type="pres">
      <dgm:prSet presAssocID="{BE13AADB-BC82-4E01-8B95-ACA4E31B3811}" presName="rootConnector3" presStyleLbl="asst1" presStyleIdx="0" presStyleCnt="2"/>
      <dgm:spPr bwMode="auto"/>
    </dgm:pt>
    <dgm:pt modelId="{8F1E545B-E1E3-46DF-9DE9-D1FBB11F497A}" type="pres">
      <dgm:prSet presAssocID="{BE13AADB-BC82-4E01-8B95-ACA4E31B3811}" presName="hierChild6" presStyleCnt="0"/>
      <dgm:spPr bwMode="auto"/>
    </dgm:pt>
    <dgm:pt modelId="{CFB87E9C-4CE9-4B33-95CE-3402FD26F1F3}" type="pres">
      <dgm:prSet presAssocID="{BE13AADB-BC82-4E01-8B95-ACA4E31B3811}" presName="hierChild7" presStyleCnt="0"/>
      <dgm:spPr bwMode="auto"/>
    </dgm:pt>
    <dgm:pt modelId="{B9F7C4CF-908A-4FA5-9F8F-0199F819AA66}" type="pres">
      <dgm:prSet presAssocID="{65FC4D8E-915F-492C-9209-01F10B861B76}" presName="Name115" presStyleLbl="parChTrans1D2" presStyleIdx="6" presStyleCnt="7"/>
      <dgm:spPr bwMode="auto"/>
    </dgm:pt>
    <dgm:pt modelId="{ED2529C0-8AE4-43CE-BBC3-E8162DB72A60}" type="pres">
      <dgm:prSet presAssocID="{5074DAD2-08C7-4B75-9F25-B977269EEB15}" presName="hierRoot3" presStyleCnt="0">
        <dgm:presLayoutVars>
          <dgm:hierBranch val="init"/>
        </dgm:presLayoutVars>
      </dgm:prSet>
      <dgm:spPr bwMode="auto"/>
    </dgm:pt>
    <dgm:pt modelId="{B61551D4-542A-4523-9E15-31722E3F472B}" type="pres">
      <dgm:prSet presAssocID="{5074DAD2-08C7-4B75-9F25-B977269EEB15}" presName="rootComposite3" presStyleCnt="0"/>
      <dgm:spPr bwMode="auto"/>
    </dgm:pt>
    <dgm:pt modelId="{B87A0666-5423-49BD-A114-D8A41B1E2EF4}" type="pres">
      <dgm:prSet presAssocID="{5074DAD2-08C7-4B75-9F25-B977269EEB15}" presName="rootText3" presStyleLbl="asst1" presStyleIdx="1" presStyleCnt="2">
        <dgm:presLayoutVars>
          <dgm:chPref val="3"/>
        </dgm:presLayoutVars>
      </dgm:prSet>
      <dgm:spPr bwMode="auto"/>
    </dgm:pt>
    <dgm:pt modelId="{9715E602-6722-408E-B023-8D42621F10B5}" type="pres">
      <dgm:prSet presAssocID="{5074DAD2-08C7-4B75-9F25-B977269EEB15}" presName="rootConnector3" presStyleLbl="asst1" presStyleIdx="1" presStyleCnt="2"/>
      <dgm:spPr bwMode="auto"/>
    </dgm:pt>
    <dgm:pt modelId="{17DC4097-A355-4FCA-8C4D-E2D21B38171F}" type="pres">
      <dgm:prSet presAssocID="{5074DAD2-08C7-4B75-9F25-B977269EEB15}" presName="hierChild6" presStyleCnt="0"/>
      <dgm:spPr bwMode="auto"/>
    </dgm:pt>
    <dgm:pt modelId="{43973943-655F-4C4A-8073-E6220AA36F89}" type="pres">
      <dgm:prSet presAssocID="{5074DAD2-08C7-4B75-9F25-B977269EEB15}" presName="hierChild7" presStyleCnt="0"/>
      <dgm:spPr bwMode="auto"/>
    </dgm:pt>
  </dgm:ptLst>
  <dgm:cxnLst>
    <dgm:cxn modelId="{3EE27000-CB3A-4534-89B1-8AB9E50C74D3}" type="presOf" srcId="{BE13AADB-BC82-4E01-8B95-ACA4E31B3811}" destId="{1E653A0B-79A2-48D2-9E97-81BD961EF25C}" srcOrd="0" destOrd="0" presId="urn:microsoft.com/office/officeart/2009/3/layout/HorizontalOrganizationChart#1"/>
    <dgm:cxn modelId="{7DF4C900-7F91-46DB-901C-92E8CAC25E2B}" type="presOf" srcId="{2E18AAED-0CD4-4F11-9DAF-F7039DFD3F50}" destId="{3E49631A-DFAD-4EF8-885E-2D15B32D040B}" srcOrd="1" destOrd="0" presId="urn:microsoft.com/office/officeart/2009/3/layout/HorizontalOrganizationChart#1"/>
    <dgm:cxn modelId="{21F2401C-CBFC-43E6-BD96-4AC1B3DE3060}" type="presOf" srcId="{A44D0C23-BFCB-40FA-B4CD-6F511822F4D0}" destId="{DE67DC04-813E-4F8C-B629-0585C2F244A1}" srcOrd="0" destOrd="0" presId="urn:microsoft.com/office/officeart/2009/3/layout/HorizontalOrganizationChart#1"/>
    <dgm:cxn modelId="{2B122226-D607-4961-9406-B68EF4898A6F}" type="presOf" srcId="{BE13AADB-BC82-4E01-8B95-ACA4E31B3811}" destId="{7832DAF5-4E22-4619-BEFF-D17427F656C0}" srcOrd="1" destOrd="0" presId="urn:microsoft.com/office/officeart/2009/3/layout/HorizontalOrganizationChart#1"/>
    <dgm:cxn modelId="{CFC97A2D-00CF-41D9-B100-20055D6DDE25}" srcId="{800A790C-8C88-4E12-8974-96F0A78270B4}" destId="{2E18AAED-0CD4-4F11-9DAF-F7039DFD3F50}" srcOrd="2" destOrd="0" parTransId="{0E64C2C3-401B-41E6-A2AB-1926722A086F}" sibTransId="{84F24196-970B-42E9-9FB1-4742B7870810}"/>
    <dgm:cxn modelId="{24F2C05C-6B5B-4A2C-B626-CCB3E7A9C91E}" type="presOf" srcId="{5074DAD2-08C7-4B75-9F25-B977269EEB15}" destId="{B87A0666-5423-49BD-A114-D8A41B1E2EF4}" srcOrd="0" destOrd="0" presId="urn:microsoft.com/office/officeart/2009/3/layout/HorizontalOrganizationChart#1"/>
    <dgm:cxn modelId="{65086B4A-3545-475D-959C-3373E9070374}" srcId="{800A790C-8C88-4E12-8974-96F0A78270B4}" destId="{5074DAD2-08C7-4B75-9F25-B977269EEB15}" srcOrd="1" destOrd="0" parTransId="{65FC4D8E-915F-492C-9209-01F10B861B76}" sibTransId="{75A1428B-4479-470F-8B23-4BBA7B93AFF8}"/>
    <dgm:cxn modelId="{08F78D6B-2E6E-4E88-9F95-33AEFE2EFEFA}" type="presOf" srcId="{65FC4D8E-915F-492C-9209-01F10B861B76}" destId="{B9F7C4CF-908A-4FA5-9F8F-0199F819AA66}" srcOrd="0" destOrd="0" presId="urn:microsoft.com/office/officeart/2009/3/layout/HorizontalOrganizationChart#1"/>
    <dgm:cxn modelId="{784E8C4C-93A1-4BA4-97E8-D3937D0CD2E8}" type="presOf" srcId="{72043966-FEA8-423F-8A6D-39B266F7A2C6}" destId="{15A9C6E3-AE24-4D08-8664-8D40C3852287}" srcOrd="1" destOrd="0" presId="urn:microsoft.com/office/officeart/2009/3/layout/HorizontalOrganizationChart#1"/>
    <dgm:cxn modelId="{9DE16150-A31B-4AFA-A0ED-931A984E97F9}" type="presOf" srcId="{800A790C-8C88-4E12-8974-96F0A78270B4}" destId="{583FD114-7CEE-4002-9722-E518FA48D065}" srcOrd="0" destOrd="0" presId="urn:microsoft.com/office/officeart/2009/3/layout/HorizontalOrganizationChart#1"/>
    <dgm:cxn modelId="{D9176351-5199-4F8F-8F77-64AACF6D612C}" type="presOf" srcId="{C921C91E-4F69-44DC-9662-C9E0FAF299CB}" destId="{87F20592-D7EB-49D9-9B64-A8A3AE45315B}" srcOrd="0" destOrd="0" presId="urn:microsoft.com/office/officeart/2009/3/layout/HorizontalOrganizationChart#1"/>
    <dgm:cxn modelId="{6A383754-0B80-47DF-BC13-9E0B594075BF}" srcId="{800A790C-8C88-4E12-8974-96F0A78270B4}" destId="{BE13AADB-BC82-4E01-8B95-ACA4E31B3811}" srcOrd="0" destOrd="0" parTransId="{0D79BB12-2DA5-40A5-86C5-7AE2A3C70B15}" sibTransId="{C37339FB-3752-4AE9-A897-EF9678E5E65D}"/>
    <dgm:cxn modelId="{7980F374-36D4-4C5D-B2B2-653729E28FED}" type="presOf" srcId="{5074DAD2-08C7-4B75-9F25-B977269EEB15}" destId="{9715E602-6722-408E-B023-8D42621F10B5}" srcOrd="1" destOrd="0" presId="urn:microsoft.com/office/officeart/2009/3/layout/HorizontalOrganizationChart#1"/>
    <dgm:cxn modelId="{E350A975-47A8-4B21-B86E-7C5F29B593A9}" type="presOf" srcId="{800A790C-8C88-4E12-8974-96F0A78270B4}" destId="{A75267B4-0ADF-4234-A367-7F40151F6E92}" srcOrd="1" destOrd="0" presId="urn:microsoft.com/office/officeart/2009/3/layout/HorizontalOrganizationChart#1"/>
    <dgm:cxn modelId="{C0660B58-62FB-4DA5-AC2F-B94B9AB7085C}" type="presOf" srcId="{0F87C642-7D92-4352-805C-5666863F89EE}" destId="{97368F09-46F6-4AD1-94E2-4066EDE28F22}" srcOrd="0" destOrd="0" presId="urn:microsoft.com/office/officeart/2009/3/layout/HorizontalOrganizationChart#1"/>
    <dgm:cxn modelId="{D510CE78-B01B-4831-948E-E9AF5C08BDD5}" type="presOf" srcId="{252314A9-17D9-4753-AF59-CF304B5A35A4}" destId="{6AE4A12B-D6EA-47C3-8C54-52EF50D97CDA}" srcOrd="0" destOrd="0" presId="urn:microsoft.com/office/officeart/2009/3/layout/HorizontalOrganizationChart#1"/>
    <dgm:cxn modelId="{1B366D7F-F86D-4DA9-B708-64CB468ED272}" type="presOf" srcId="{C6D888E2-CDC8-4110-BB6A-29BE2BD35AB4}" destId="{A9265FD6-8A06-4F12-A6E5-8CF2332EA14F}" srcOrd="1" destOrd="0" presId="urn:microsoft.com/office/officeart/2009/3/layout/HorizontalOrganizationChart#1"/>
    <dgm:cxn modelId="{2B9CB983-B46F-4302-81BE-3CE9B23B9F37}" type="presOf" srcId="{1CD86DBE-3146-4FEB-BA99-7AB3C5A582E4}" destId="{3F05C3AB-BBC0-476F-B854-54088020446C}" srcOrd="0" destOrd="0" presId="urn:microsoft.com/office/officeart/2009/3/layout/HorizontalOrganizationChart#1"/>
    <dgm:cxn modelId="{6A2CD58D-E220-4B0E-A08E-F222C7921F84}" type="presOf" srcId="{C6D888E2-CDC8-4110-BB6A-29BE2BD35AB4}" destId="{A1861E94-BA73-4B5C-97F0-AF0B3C8F7EAF}" srcOrd="0" destOrd="0" presId="urn:microsoft.com/office/officeart/2009/3/layout/HorizontalOrganizationChart#1"/>
    <dgm:cxn modelId="{3D468C93-8273-4291-8BFA-B0F6D4E67D3F}" type="presOf" srcId="{72043966-FEA8-423F-8A6D-39B266F7A2C6}" destId="{C349E9FD-5FD1-4704-9921-3CCA8C86447B}" srcOrd="0" destOrd="0" presId="urn:microsoft.com/office/officeart/2009/3/layout/HorizontalOrganizationChart#1"/>
    <dgm:cxn modelId="{862645A6-AAFB-4766-AAE1-038D9CFBE96C}" type="presOf" srcId="{36D69C3D-8D1C-4E79-B4C8-3C48295FCD8E}" destId="{51BF0036-BB66-4670-8F57-9976FD18418B}" srcOrd="0" destOrd="0" presId="urn:microsoft.com/office/officeart/2009/3/layout/HorizontalOrganizationChart#1"/>
    <dgm:cxn modelId="{78901EB0-775F-400B-B715-DF1A8259980D}" srcId="{0F87C642-7D92-4352-805C-5666863F89EE}" destId="{800A790C-8C88-4E12-8974-96F0A78270B4}" srcOrd="0" destOrd="0" parTransId="{0355B647-47AE-4FE0-8384-5A77D6985AD7}" sibTransId="{F2DA2285-5B07-4685-8938-7AA7FEA5BB99}"/>
    <dgm:cxn modelId="{DC9B0EC4-37FE-4104-914C-E08C43F7714F}" type="presOf" srcId="{0D79BB12-2DA5-40A5-86C5-7AE2A3C70B15}" destId="{9F708968-BE72-4F79-8261-8626592AB543}" srcOrd="0" destOrd="0" presId="urn:microsoft.com/office/officeart/2009/3/layout/HorizontalOrganizationChart#1"/>
    <dgm:cxn modelId="{313562D6-B310-4D35-AB91-1E75D7937061}" type="presOf" srcId="{06DA33D0-2A04-45BD-8028-5522FBF5AB3A}" destId="{AEFD4097-3F97-451C-9439-8A64EAA4CEB0}" srcOrd="0" destOrd="0" presId="urn:microsoft.com/office/officeart/2009/3/layout/HorizontalOrganizationChart#1"/>
    <dgm:cxn modelId="{12C54DDC-1EC5-4D93-B25B-B5FC70246A91}" type="presOf" srcId="{0E64C2C3-401B-41E6-A2AB-1926722A086F}" destId="{4E374A65-9572-4907-8A92-C99DB18FD887}" srcOrd="0" destOrd="0" presId="urn:microsoft.com/office/officeart/2009/3/layout/HorizontalOrganizationChart#1"/>
    <dgm:cxn modelId="{F07DB4DE-6CB8-4778-9E41-F4DD54928269}" srcId="{800A790C-8C88-4E12-8974-96F0A78270B4}" destId="{36D69C3D-8D1C-4E79-B4C8-3C48295FCD8E}" srcOrd="6" destOrd="0" parTransId="{A44D0C23-BFCB-40FA-B4CD-6F511822F4D0}" sibTransId="{3270D6A2-A83B-417A-B76C-7E7EF419E5AC}"/>
    <dgm:cxn modelId="{F758D2E0-C167-4788-8652-03FE84BC22E9}" type="presOf" srcId="{1CD86DBE-3146-4FEB-BA99-7AB3C5A582E4}" destId="{B6B99485-933D-4B99-967E-053F7CF067C6}" srcOrd="1" destOrd="0" presId="urn:microsoft.com/office/officeart/2009/3/layout/HorizontalOrganizationChart#1"/>
    <dgm:cxn modelId="{B4E27CEC-93F9-4DEB-A357-A6F52B22E32D}" srcId="{800A790C-8C88-4E12-8974-96F0A78270B4}" destId="{C6D888E2-CDC8-4110-BB6A-29BE2BD35AB4}" srcOrd="4" destOrd="0" parTransId="{252314A9-17D9-4753-AF59-CF304B5A35A4}" sibTransId="{EF08D530-3D54-4B45-9E29-907D129FBCB9}"/>
    <dgm:cxn modelId="{3CA5B7ED-7555-48D6-B51D-F1B47644B5A1}" type="presOf" srcId="{36D69C3D-8D1C-4E79-B4C8-3C48295FCD8E}" destId="{51C28690-12DC-4BED-9E0F-CA20A38663BA}" srcOrd="1" destOrd="0" presId="urn:microsoft.com/office/officeart/2009/3/layout/HorizontalOrganizationChart#1"/>
    <dgm:cxn modelId="{02C506F5-90EC-402E-B7BE-CA6DED3ED2F5}" type="presOf" srcId="{2E18AAED-0CD4-4F11-9DAF-F7039DFD3F50}" destId="{A73ACF89-3AFA-4AD4-BEAD-2F401A0CDD32}" srcOrd="0" destOrd="0" presId="urn:microsoft.com/office/officeart/2009/3/layout/HorizontalOrganizationChart#1"/>
    <dgm:cxn modelId="{1F6604F6-945A-4588-954A-96F41E7CA8BF}" srcId="{800A790C-8C88-4E12-8974-96F0A78270B4}" destId="{72043966-FEA8-423F-8A6D-39B266F7A2C6}" srcOrd="5" destOrd="0" parTransId="{C921C91E-4F69-44DC-9662-C9E0FAF299CB}" sibTransId="{14DD13EA-14DB-4471-BE79-7F9D2335C0C9}"/>
    <dgm:cxn modelId="{0EB59BFD-25D5-4567-8000-C461F4F18395}" srcId="{800A790C-8C88-4E12-8974-96F0A78270B4}" destId="{1CD86DBE-3146-4FEB-BA99-7AB3C5A582E4}" srcOrd="3" destOrd="0" parTransId="{06DA33D0-2A04-45BD-8028-5522FBF5AB3A}" sibTransId="{4C95CA5D-6AE0-4AD6-AB91-38FBB44A6D9F}"/>
    <dgm:cxn modelId="{535E2EC2-F40E-4BFF-A654-562E87F85417}" type="presParOf" srcId="{97368F09-46F6-4AD1-94E2-4066EDE28F22}" destId="{39BA8D89-2574-49F1-8455-A12BE8EBEC4C}" srcOrd="0" destOrd="0" presId="urn:microsoft.com/office/officeart/2009/3/layout/HorizontalOrganizationChart#1"/>
    <dgm:cxn modelId="{4A453563-3C35-4438-9714-902A1C980919}" type="presParOf" srcId="{39BA8D89-2574-49F1-8455-A12BE8EBEC4C}" destId="{246EE15D-2DB1-4443-B8ED-9F0CDD91CBB4}" srcOrd="0" destOrd="0" presId="urn:microsoft.com/office/officeart/2009/3/layout/HorizontalOrganizationChart#1"/>
    <dgm:cxn modelId="{0E48101F-F504-47FE-950A-52BE8F35A7E7}" type="presParOf" srcId="{246EE15D-2DB1-4443-B8ED-9F0CDD91CBB4}" destId="{583FD114-7CEE-4002-9722-E518FA48D065}" srcOrd="0" destOrd="0" presId="urn:microsoft.com/office/officeart/2009/3/layout/HorizontalOrganizationChart#1"/>
    <dgm:cxn modelId="{42B03846-9A9C-4B9F-9BC2-41231537C687}" type="presParOf" srcId="{246EE15D-2DB1-4443-B8ED-9F0CDD91CBB4}" destId="{A75267B4-0ADF-4234-A367-7F40151F6E92}" srcOrd="1" destOrd="0" presId="urn:microsoft.com/office/officeart/2009/3/layout/HorizontalOrganizationChart#1"/>
    <dgm:cxn modelId="{39013499-68EA-4B0E-B9B3-06AC9198E6E4}" type="presParOf" srcId="{39BA8D89-2574-49F1-8455-A12BE8EBEC4C}" destId="{74BF8301-C280-45D3-828E-6077446AEFFA}" srcOrd="1" destOrd="0" presId="urn:microsoft.com/office/officeart/2009/3/layout/HorizontalOrganizationChart#1"/>
    <dgm:cxn modelId="{292C9FD3-7BC8-4884-9919-B2DA91CE436A}" type="presParOf" srcId="{74BF8301-C280-45D3-828E-6077446AEFFA}" destId="{4E374A65-9572-4907-8A92-C99DB18FD887}" srcOrd="0" destOrd="0" presId="urn:microsoft.com/office/officeart/2009/3/layout/HorizontalOrganizationChart#1"/>
    <dgm:cxn modelId="{2C462BC4-05EB-4E48-BAA8-88C30F0910AC}" type="presParOf" srcId="{74BF8301-C280-45D3-828E-6077446AEFFA}" destId="{AB6C3C7A-C95F-4953-A46D-8F8FD3701AB2}" srcOrd="1" destOrd="0" presId="urn:microsoft.com/office/officeart/2009/3/layout/HorizontalOrganizationChart#1"/>
    <dgm:cxn modelId="{AF5C5801-3DC8-4A09-AD4E-AD97E5279D51}" type="presParOf" srcId="{AB6C3C7A-C95F-4953-A46D-8F8FD3701AB2}" destId="{F7110428-A9C9-4A94-A88D-C3F1CD0C933F}" srcOrd="0" destOrd="0" presId="urn:microsoft.com/office/officeart/2009/3/layout/HorizontalOrganizationChart#1"/>
    <dgm:cxn modelId="{0E242559-6469-416D-8779-758E0C783E27}" type="presParOf" srcId="{F7110428-A9C9-4A94-A88D-C3F1CD0C933F}" destId="{A73ACF89-3AFA-4AD4-BEAD-2F401A0CDD32}" srcOrd="0" destOrd="0" presId="urn:microsoft.com/office/officeart/2009/3/layout/HorizontalOrganizationChart#1"/>
    <dgm:cxn modelId="{56E1DF2E-F402-485D-9C2A-028783A7633F}" type="presParOf" srcId="{F7110428-A9C9-4A94-A88D-C3F1CD0C933F}" destId="{3E49631A-DFAD-4EF8-885E-2D15B32D040B}" srcOrd="1" destOrd="0" presId="urn:microsoft.com/office/officeart/2009/3/layout/HorizontalOrganizationChart#1"/>
    <dgm:cxn modelId="{0ED90D7A-7738-4056-9BC8-2D6AB34F7F67}" type="presParOf" srcId="{AB6C3C7A-C95F-4953-A46D-8F8FD3701AB2}" destId="{58C89709-6039-45D8-95C0-BDC64BE538AB}" srcOrd="1" destOrd="0" presId="urn:microsoft.com/office/officeart/2009/3/layout/HorizontalOrganizationChart#1"/>
    <dgm:cxn modelId="{999E1868-554B-4550-9A39-7EB713849F90}" type="presParOf" srcId="{AB6C3C7A-C95F-4953-A46D-8F8FD3701AB2}" destId="{A2D7493F-EE4A-4797-9786-BF7386D6EFEF}" srcOrd="2" destOrd="0" presId="urn:microsoft.com/office/officeart/2009/3/layout/HorizontalOrganizationChart#1"/>
    <dgm:cxn modelId="{363C0C8E-6C22-4A6B-9E97-BA9E77A82863}" type="presParOf" srcId="{74BF8301-C280-45D3-828E-6077446AEFFA}" destId="{AEFD4097-3F97-451C-9439-8A64EAA4CEB0}" srcOrd="2" destOrd="0" presId="urn:microsoft.com/office/officeart/2009/3/layout/HorizontalOrganizationChart#1"/>
    <dgm:cxn modelId="{D1C8BBF5-CE31-4C3F-AA82-C88B77CBFEEC}" type="presParOf" srcId="{74BF8301-C280-45D3-828E-6077446AEFFA}" destId="{12A6A6D2-A22D-42EA-AEF3-D13FEF07FB0E}" srcOrd="3" destOrd="0" presId="urn:microsoft.com/office/officeart/2009/3/layout/HorizontalOrganizationChart#1"/>
    <dgm:cxn modelId="{2BE2F21A-B080-44EC-B1B7-74F4F6B6D57C}" type="presParOf" srcId="{12A6A6D2-A22D-42EA-AEF3-D13FEF07FB0E}" destId="{0CD924B4-E53C-4E42-A145-3EAE21A1A2B2}" srcOrd="0" destOrd="0" presId="urn:microsoft.com/office/officeart/2009/3/layout/HorizontalOrganizationChart#1"/>
    <dgm:cxn modelId="{695D6DBB-928D-4D48-BACA-1EEB9D263774}" type="presParOf" srcId="{0CD924B4-E53C-4E42-A145-3EAE21A1A2B2}" destId="{3F05C3AB-BBC0-476F-B854-54088020446C}" srcOrd="0" destOrd="0" presId="urn:microsoft.com/office/officeart/2009/3/layout/HorizontalOrganizationChart#1"/>
    <dgm:cxn modelId="{142D2803-19A1-4DC3-8BB5-BB282B66D02B}" type="presParOf" srcId="{0CD924B4-E53C-4E42-A145-3EAE21A1A2B2}" destId="{B6B99485-933D-4B99-967E-053F7CF067C6}" srcOrd="1" destOrd="0" presId="urn:microsoft.com/office/officeart/2009/3/layout/HorizontalOrganizationChart#1"/>
    <dgm:cxn modelId="{70FBC433-625B-43B6-9D82-6377161EEC0B}" type="presParOf" srcId="{12A6A6D2-A22D-42EA-AEF3-D13FEF07FB0E}" destId="{56F21097-AE1A-4374-B7A0-9BB620F60C0D}" srcOrd="1" destOrd="0" presId="urn:microsoft.com/office/officeart/2009/3/layout/HorizontalOrganizationChart#1"/>
    <dgm:cxn modelId="{350F364E-E86C-4238-9B58-54AEC7EA1929}" type="presParOf" srcId="{12A6A6D2-A22D-42EA-AEF3-D13FEF07FB0E}" destId="{D7CA0B44-770D-47D7-9ECA-0B2C2193040C}" srcOrd="2" destOrd="0" presId="urn:microsoft.com/office/officeart/2009/3/layout/HorizontalOrganizationChart#1"/>
    <dgm:cxn modelId="{A13AAF0C-490B-40AE-AAB5-7C399064D591}" type="presParOf" srcId="{74BF8301-C280-45D3-828E-6077446AEFFA}" destId="{6AE4A12B-D6EA-47C3-8C54-52EF50D97CDA}" srcOrd="4" destOrd="0" presId="urn:microsoft.com/office/officeart/2009/3/layout/HorizontalOrganizationChart#1"/>
    <dgm:cxn modelId="{A1CC743B-1922-402A-9C96-2F93B9C8343B}" type="presParOf" srcId="{74BF8301-C280-45D3-828E-6077446AEFFA}" destId="{A7A38901-819E-44C5-B72C-E732F22216DF}" srcOrd="5" destOrd="0" presId="urn:microsoft.com/office/officeart/2009/3/layout/HorizontalOrganizationChart#1"/>
    <dgm:cxn modelId="{CCF6D106-10C0-43C8-ADC7-7E7D128370EC}" type="presParOf" srcId="{A7A38901-819E-44C5-B72C-E732F22216DF}" destId="{08B0A985-10C1-4991-ACBC-5879F187CC52}" srcOrd="0" destOrd="0" presId="urn:microsoft.com/office/officeart/2009/3/layout/HorizontalOrganizationChart#1"/>
    <dgm:cxn modelId="{EB4FC5C2-90F4-4132-B6A3-F69FF5BAFA12}" type="presParOf" srcId="{08B0A985-10C1-4991-ACBC-5879F187CC52}" destId="{A1861E94-BA73-4B5C-97F0-AF0B3C8F7EAF}" srcOrd="0" destOrd="0" presId="urn:microsoft.com/office/officeart/2009/3/layout/HorizontalOrganizationChart#1"/>
    <dgm:cxn modelId="{2DE391DB-22B3-465D-A30E-DFD009EA92C9}" type="presParOf" srcId="{08B0A985-10C1-4991-ACBC-5879F187CC52}" destId="{A9265FD6-8A06-4F12-A6E5-8CF2332EA14F}" srcOrd="1" destOrd="0" presId="urn:microsoft.com/office/officeart/2009/3/layout/HorizontalOrganizationChart#1"/>
    <dgm:cxn modelId="{EB8F6C20-F398-4BFE-A71D-471270EB4082}" type="presParOf" srcId="{A7A38901-819E-44C5-B72C-E732F22216DF}" destId="{22E9EB36-3CC5-4E6D-8FA1-F20F5CADEE83}" srcOrd="1" destOrd="0" presId="urn:microsoft.com/office/officeart/2009/3/layout/HorizontalOrganizationChart#1"/>
    <dgm:cxn modelId="{0CECFB26-9377-4B33-B8CF-BB019651F81E}" type="presParOf" srcId="{A7A38901-819E-44C5-B72C-E732F22216DF}" destId="{2EAB720F-446A-416C-AA3D-9190C338F85B}" srcOrd="2" destOrd="0" presId="urn:microsoft.com/office/officeart/2009/3/layout/HorizontalOrganizationChart#1"/>
    <dgm:cxn modelId="{E625880E-9554-4A9E-BBF9-2A27095ECC8F}" type="presParOf" srcId="{74BF8301-C280-45D3-828E-6077446AEFFA}" destId="{87F20592-D7EB-49D9-9B64-A8A3AE45315B}" srcOrd="6" destOrd="0" presId="urn:microsoft.com/office/officeart/2009/3/layout/HorizontalOrganizationChart#1"/>
    <dgm:cxn modelId="{1E2ED22C-01BE-40ED-B3CC-AAE7D1C85C1C}" type="presParOf" srcId="{74BF8301-C280-45D3-828E-6077446AEFFA}" destId="{6EC3B042-5EBA-4DE3-A2E6-B49329E1D474}" srcOrd="7" destOrd="0" presId="urn:microsoft.com/office/officeart/2009/3/layout/HorizontalOrganizationChart#1"/>
    <dgm:cxn modelId="{D4E9F79F-CA93-4C56-B70E-DF8456E9CE95}" type="presParOf" srcId="{6EC3B042-5EBA-4DE3-A2E6-B49329E1D474}" destId="{3357C53D-1CD2-4D3E-A1FE-F5BA3717AEA6}" srcOrd="0" destOrd="0" presId="urn:microsoft.com/office/officeart/2009/3/layout/HorizontalOrganizationChart#1"/>
    <dgm:cxn modelId="{4B6AB09A-3E40-46F5-AE6C-9F3D02F76688}" type="presParOf" srcId="{3357C53D-1CD2-4D3E-A1FE-F5BA3717AEA6}" destId="{C349E9FD-5FD1-4704-9921-3CCA8C86447B}" srcOrd="0" destOrd="0" presId="urn:microsoft.com/office/officeart/2009/3/layout/HorizontalOrganizationChart#1"/>
    <dgm:cxn modelId="{735B60E9-9228-453D-A42B-73E1BA7390B9}" type="presParOf" srcId="{3357C53D-1CD2-4D3E-A1FE-F5BA3717AEA6}" destId="{15A9C6E3-AE24-4D08-8664-8D40C3852287}" srcOrd="1" destOrd="0" presId="urn:microsoft.com/office/officeart/2009/3/layout/HorizontalOrganizationChart#1"/>
    <dgm:cxn modelId="{9BACA28A-00F7-4A1C-B907-67DF44B4D75C}" type="presParOf" srcId="{6EC3B042-5EBA-4DE3-A2E6-B49329E1D474}" destId="{0A0D9CC6-45F0-411C-9FD4-664E7E675BA9}" srcOrd="1" destOrd="0" presId="urn:microsoft.com/office/officeart/2009/3/layout/HorizontalOrganizationChart#1"/>
    <dgm:cxn modelId="{4E565601-4B8B-4F84-8405-9571EAA7E371}" type="presParOf" srcId="{6EC3B042-5EBA-4DE3-A2E6-B49329E1D474}" destId="{07350BD7-F250-4261-BCB6-7399F39CE277}" srcOrd="2" destOrd="0" presId="urn:microsoft.com/office/officeart/2009/3/layout/HorizontalOrganizationChart#1"/>
    <dgm:cxn modelId="{9726D6C8-8D13-4D26-8CB3-AB25DFAE5BD1}" type="presParOf" srcId="{74BF8301-C280-45D3-828E-6077446AEFFA}" destId="{DE67DC04-813E-4F8C-B629-0585C2F244A1}" srcOrd="8" destOrd="0" presId="urn:microsoft.com/office/officeart/2009/3/layout/HorizontalOrganizationChart#1"/>
    <dgm:cxn modelId="{C6B55119-5B2F-43A9-8B19-93DC77A9F1FA}" type="presParOf" srcId="{74BF8301-C280-45D3-828E-6077446AEFFA}" destId="{BC51FC4E-2410-45E4-9C58-83D461BB8E3C}" srcOrd="9" destOrd="0" presId="urn:microsoft.com/office/officeart/2009/3/layout/HorizontalOrganizationChart#1"/>
    <dgm:cxn modelId="{12A56ECB-7CED-4E2C-A91B-92EAAD25DF8B}" type="presParOf" srcId="{BC51FC4E-2410-45E4-9C58-83D461BB8E3C}" destId="{BC6EB84D-26C3-42E0-9659-ED90F2D2225B}" srcOrd="0" destOrd="0" presId="urn:microsoft.com/office/officeart/2009/3/layout/HorizontalOrganizationChart#1"/>
    <dgm:cxn modelId="{5AC22CE6-EB8C-4CB9-BC7C-C338A8F26684}" type="presParOf" srcId="{BC6EB84D-26C3-42E0-9659-ED90F2D2225B}" destId="{51BF0036-BB66-4670-8F57-9976FD18418B}" srcOrd="0" destOrd="0" presId="urn:microsoft.com/office/officeart/2009/3/layout/HorizontalOrganizationChart#1"/>
    <dgm:cxn modelId="{FEF17B5C-7653-46E5-B8F6-ACCB26369B02}" type="presParOf" srcId="{BC6EB84D-26C3-42E0-9659-ED90F2D2225B}" destId="{51C28690-12DC-4BED-9E0F-CA20A38663BA}" srcOrd="1" destOrd="0" presId="urn:microsoft.com/office/officeart/2009/3/layout/HorizontalOrganizationChart#1"/>
    <dgm:cxn modelId="{2EDF8986-DA25-466D-89B0-BD39B6149C6D}" type="presParOf" srcId="{BC51FC4E-2410-45E4-9C58-83D461BB8E3C}" destId="{C0CAECEA-E41E-4E5D-AD1A-2FC74CB98FC4}" srcOrd="1" destOrd="0" presId="urn:microsoft.com/office/officeart/2009/3/layout/HorizontalOrganizationChart#1"/>
    <dgm:cxn modelId="{6882B601-93B4-4B77-B37D-BE198985C8ED}" type="presParOf" srcId="{BC51FC4E-2410-45E4-9C58-83D461BB8E3C}" destId="{D5641E45-3285-40C4-8A40-B909C1D1A8DF}" srcOrd="2" destOrd="0" presId="urn:microsoft.com/office/officeart/2009/3/layout/HorizontalOrganizationChart#1"/>
    <dgm:cxn modelId="{6DBC25EC-D7F4-4EBA-A250-0DEB495B4A70}" type="presParOf" srcId="{39BA8D89-2574-49F1-8455-A12BE8EBEC4C}" destId="{885AE314-364F-4E1B-95DA-EB68526D9FFD}" srcOrd="2" destOrd="0" presId="urn:microsoft.com/office/officeart/2009/3/layout/HorizontalOrganizationChart#1"/>
    <dgm:cxn modelId="{C7F7B37B-7C09-449B-935F-24CC778BCA42}" type="presParOf" srcId="{885AE314-364F-4E1B-95DA-EB68526D9FFD}" destId="{9F708968-BE72-4F79-8261-8626592AB543}" srcOrd="0" destOrd="0" presId="urn:microsoft.com/office/officeart/2009/3/layout/HorizontalOrganizationChart#1"/>
    <dgm:cxn modelId="{F964C584-0A4F-42FA-A81A-DA2A1C8221FF}" type="presParOf" srcId="{885AE314-364F-4E1B-95DA-EB68526D9FFD}" destId="{30B8C49D-44B2-4DF5-8026-5D3ECDE93C04}" srcOrd="1" destOrd="0" presId="urn:microsoft.com/office/officeart/2009/3/layout/HorizontalOrganizationChart#1"/>
    <dgm:cxn modelId="{AAD4B7D8-65A2-49BB-A51E-584BE508D35A}" type="presParOf" srcId="{30B8C49D-44B2-4DF5-8026-5D3ECDE93C04}" destId="{030B9A69-CB18-4DDA-B923-FB2DE819377F}" srcOrd="0" destOrd="0" presId="urn:microsoft.com/office/officeart/2009/3/layout/HorizontalOrganizationChart#1"/>
    <dgm:cxn modelId="{39D93F9C-41E6-4047-B5AD-9259D3C6B101}" type="presParOf" srcId="{030B9A69-CB18-4DDA-B923-FB2DE819377F}" destId="{1E653A0B-79A2-48D2-9E97-81BD961EF25C}" srcOrd="0" destOrd="0" presId="urn:microsoft.com/office/officeart/2009/3/layout/HorizontalOrganizationChart#1"/>
    <dgm:cxn modelId="{B8BAC8A1-0BFC-4A4B-BC22-44E567232EDD}" type="presParOf" srcId="{030B9A69-CB18-4DDA-B923-FB2DE819377F}" destId="{7832DAF5-4E22-4619-BEFF-D17427F656C0}" srcOrd="1" destOrd="0" presId="urn:microsoft.com/office/officeart/2009/3/layout/HorizontalOrganizationChart#1"/>
    <dgm:cxn modelId="{6CBE3023-B847-4A97-975B-3F08793A7232}" type="presParOf" srcId="{30B8C49D-44B2-4DF5-8026-5D3ECDE93C04}" destId="{8F1E545B-E1E3-46DF-9DE9-D1FBB11F497A}" srcOrd="1" destOrd="0" presId="urn:microsoft.com/office/officeart/2009/3/layout/HorizontalOrganizationChart#1"/>
    <dgm:cxn modelId="{E31B2F1B-71BA-4A67-9FD5-92A06DEBBF22}" type="presParOf" srcId="{30B8C49D-44B2-4DF5-8026-5D3ECDE93C04}" destId="{CFB87E9C-4CE9-4B33-95CE-3402FD26F1F3}" srcOrd="2" destOrd="0" presId="urn:microsoft.com/office/officeart/2009/3/layout/HorizontalOrganizationChart#1"/>
    <dgm:cxn modelId="{6540D813-CDE0-4694-BC28-B9F0F4252619}" type="presParOf" srcId="{885AE314-364F-4E1B-95DA-EB68526D9FFD}" destId="{B9F7C4CF-908A-4FA5-9F8F-0199F819AA66}" srcOrd="2" destOrd="0" presId="urn:microsoft.com/office/officeart/2009/3/layout/HorizontalOrganizationChart#1"/>
    <dgm:cxn modelId="{7D0D5185-6BFC-40CD-89EA-0D3171D261AB}" type="presParOf" srcId="{885AE314-364F-4E1B-95DA-EB68526D9FFD}" destId="{ED2529C0-8AE4-43CE-BBC3-E8162DB72A60}" srcOrd="3" destOrd="0" presId="urn:microsoft.com/office/officeart/2009/3/layout/HorizontalOrganizationChart#1"/>
    <dgm:cxn modelId="{3E0B3E1E-0F2A-4049-8208-A9EF8C4E9825}" type="presParOf" srcId="{ED2529C0-8AE4-43CE-BBC3-E8162DB72A60}" destId="{B61551D4-542A-4523-9E15-31722E3F472B}" srcOrd="0" destOrd="0" presId="urn:microsoft.com/office/officeart/2009/3/layout/HorizontalOrganizationChart#1"/>
    <dgm:cxn modelId="{5F23E3CF-F8A7-4477-95D8-29EBE2274FA2}" type="presParOf" srcId="{B61551D4-542A-4523-9E15-31722E3F472B}" destId="{B87A0666-5423-49BD-A114-D8A41B1E2EF4}" srcOrd="0" destOrd="0" presId="urn:microsoft.com/office/officeart/2009/3/layout/HorizontalOrganizationChart#1"/>
    <dgm:cxn modelId="{F9CB107D-6505-47AE-9504-82BE55AAB7F6}" type="presParOf" srcId="{B61551D4-542A-4523-9E15-31722E3F472B}" destId="{9715E602-6722-408E-B023-8D42621F10B5}" srcOrd="1" destOrd="0" presId="urn:microsoft.com/office/officeart/2009/3/layout/HorizontalOrganizationChart#1"/>
    <dgm:cxn modelId="{E324DDEA-DACA-4DD3-8A5F-EC4EEB743ED7}" type="presParOf" srcId="{ED2529C0-8AE4-43CE-BBC3-E8162DB72A60}" destId="{17DC4097-A355-4FCA-8C4D-E2D21B38171F}" srcOrd="1" destOrd="0" presId="urn:microsoft.com/office/officeart/2009/3/layout/HorizontalOrganizationChart#1"/>
    <dgm:cxn modelId="{4A2EC77F-7DD4-498A-8540-FF159B5EA763}" type="presParOf" srcId="{ED2529C0-8AE4-43CE-BBC3-E8162DB72A60}" destId="{43973943-655F-4C4A-8073-E6220AA36F89}" srcOrd="2" destOrd="0" presId="urn:microsoft.com/office/officeart/2009/3/layout/HorizontalOrganization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622014-C8CD-45B4-82E8-39E3C584C95B}" type="doc">
      <dgm:prSet loTypeId="urn:microsoft.com/office/officeart/2005/8/layout/cycle5" loCatId="cycle" qsTypeId="urn:microsoft.com/office/officeart/2005/8/quickstyle/simple1#2" qsCatId="simple" csTypeId="urn:microsoft.com/office/officeart/2005/8/colors/colorful3" csCatId="colorful" phldr="1"/>
      <dgm:spPr bwMode="auto"/>
      <dgm:t>
        <a:bodyPr/>
        <a:lstStyle/>
        <a:p>
          <a:pPr>
            <a:defRPr/>
          </a:pPr>
          <a:endParaRPr lang="ru-RU"/>
        </a:p>
      </dgm:t>
    </dgm:pt>
    <dgm:pt modelId="{7B7C3B6E-7859-4F86-B55B-C760415361DD}">
      <dgm:prSet phldrT="[Текст]" phldr="1"/>
      <dgm:spPr bwMode="auto"/>
      <dgm:t>
        <a:bodyPr/>
        <a:lstStyle/>
        <a:p>
          <a:pPr>
            <a:defRPr/>
          </a:pPr>
          <a:endParaRPr lang="ru-RU"/>
        </a:p>
      </dgm:t>
    </dgm:pt>
    <dgm:pt modelId="{0B29F7DF-CCFD-43B0-B352-4A31DABA886C}" type="parTrans" cxnId="{15B893B1-688D-4A96-B243-FF75244C4428}">
      <dgm:prSet/>
      <dgm:spPr bwMode="auto"/>
      <dgm:t>
        <a:bodyPr/>
        <a:lstStyle/>
        <a:p>
          <a:pPr>
            <a:defRPr/>
          </a:pPr>
          <a:endParaRPr lang="ru-RU"/>
        </a:p>
      </dgm:t>
    </dgm:pt>
    <dgm:pt modelId="{9743D79E-A66C-4D33-8C71-7444702033E5}" type="sibTrans" cxnId="{15B893B1-688D-4A96-B243-FF75244C4428}">
      <dgm:prSet/>
      <dgm:spPr bwMode="auto"/>
      <dgm:t>
        <a:bodyPr/>
        <a:lstStyle/>
        <a:p>
          <a:pPr>
            <a:defRPr/>
          </a:pPr>
          <a:endParaRPr lang="ru-RU"/>
        </a:p>
      </dgm:t>
    </dgm:pt>
    <dgm:pt modelId="{707F779F-F278-44AD-9985-F960895DA518}">
      <dgm:prSet phldrT="[Текст]" phldr="1"/>
      <dgm:spPr bwMode="auto"/>
      <dgm:t>
        <a:bodyPr/>
        <a:lstStyle/>
        <a:p>
          <a:pPr>
            <a:defRPr/>
          </a:pPr>
          <a:endParaRPr lang="ru-RU"/>
        </a:p>
      </dgm:t>
    </dgm:pt>
    <dgm:pt modelId="{4989AA28-4C16-4D6F-8525-ADC1D6C8869B}" type="parTrans" cxnId="{5D2ABB49-85BE-4EE4-B6C3-D74676F612C2}">
      <dgm:prSet/>
      <dgm:spPr bwMode="auto"/>
      <dgm:t>
        <a:bodyPr/>
        <a:lstStyle/>
        <a:p>
          <a:pPr>
            <a:defRPr/>
          </a:pPr>
          <a:endParaRPr lang="ru-RU"/>
        </a:p>
      </dgm:t>
    </dgm:pt>
    <dgm:pt modelId="{ED61E830-A365-49FE-8640-334E27FDF055}" type="sibTrans" cxnId="{5D2ABB49-85BE-4EE4-B6C3-D74676F612C2}">
      <dgm:prSet/>
      <dgm:spPr bwMode="auto"/>
      <dgm:t>
        <a:bodyPr/>
        <a:lstStyle/>
        <a:p>
          <a:pPr>
            <a:defRPr/>
          </a:pPr>
          <a:endParaRPr lang="ru-RU"/>
        </a:p>
      </dgm:t>
    </dgm:pt>
    <dgm:pt modelId="{D5CE8F1E-C4FA-4FBE-A647-21F13644FD60}">
      <dgm:prSet phldrT="[Текст]" phldr="1"/>
      <dgm:spPr bwMode="auto"/>
      <dgm:t>
        <a:bodyPr/>
        <a:lstStyle/>
        <a:p>
          <a:pPr>
            <a:defRPr/>
          </a:pPr>
          <a:endParaRPr lang="ru-RU"/>
        </a:p>
      </dgm:t>
    </dgm:pt>
    <dgm:pt modelId="{FAB0F1C1-3E6D-42BB-97E9-283A6DCC5B49}" type="parTrans" cxnId="{BE1111AD-3207-48B2-A2E8-EFF7CEB9BEC4}">
      <dgm:prSet/>
      <dgm:spPr bwMode="auto"/>
      <dgm:t>
        <a:bodyPr/>
        <a:lstStyle/>
        <a:p>
          <a:pPr>
            <a:defRPr/>
          </a:pPr>
          <a:endParaRPr lang="ru-RU"/>
        </a:p>
      </dgm:t>
    </dgm:pt>
    <dgm:pt modelId="{5F31E1BA-DD6E-42AB-8382-A65B3BC61C55}" type="sibTrans" cxnId="{BE1111AD-3207-48B2-A2E8-EFF7CEB9BEC4}">
      <dgm:prSet/>
      <dgm:spPr bwMode="auto"/>
      <dgm:t>
        <a:bodyPr/>
        <a:lstStyle/>
        <a:p>
          <a:pPr>
            <a:defRPr/>
          </a:pPr>
          <a:endParaRPr lang="ru-RU"/>
        </a:p>
      </dgm:t>
    </dgm:pt>
    <dgm:pt modelId="{613A05A6-2AAA-4CC8-8EDD-D72838EEBA44}">
      <dgm:prSet phldrT="[Текст]" phldr="1"/>
      <dgm:spPr bwMode="auto"/>
      <dgm:t>
        <a:bodyPr/>
        <a:lstStyle/>
        <a:p>
          <a:pPr>
            <a:defRPr/>
          </a:pPr>
          <a:endParaRPr lang="ru-RU"/>
        </a:p>
      </dgm:t>
    </dgm:pt>
    <dgm:pt modelId="{7A762B70-35D3-4D73-96ED-F5F182B72046}" type="parTrans" cxnId="{3E58A27C-8317-4C2C-9F61-1FC1A6749711}">
      <dgm:prSet/>
      <dgm:spPr bwMode="auto"/>
      <dgm:t>
        <a:bodyPr/>
        <a:lstStyle/>
        <a:p>
          <a:pPr>
            <a:defRPr/>
          </a:pPr>
          <a:endParaRPr lang="ru-RU"/>
        </a:p>
      </dgm:t>
    </dgm:pt>
    <dgm:pt modelId="{F1AE38C4-2E7B-4BB0-8F47-DE4969653675}" type="sibTrans" cxnId="{3E58A27C-8317-4C2C-9F61-1FC1A6749711}">
      <dgm:prSet/>
      <dgm:spPr bwMode="auto"/>
      <dgm:t>
        <a:bodyPr/>
        <a:lstStyle/>
        <a:p>
          <a:pPr>
            <a:defRPr/>
          </a:pPr>
          <a:endParaRPr lang="ru-RU"/>
        </a:p>
      </dgm:t>
    </dgm:pt>
    <dgm:pt modelId="{42A26B7F-B40A-4862-AEA6-D8BA44B30477}">
      <dgm:prSet phldrT="[Текст]" phldr="1"/>
      <dgm:spPr bwMode="auto"/>
      <dgm:t>
        <a:bodyPr/>
        <a:lstStyle/>
        <a:p>
          <a:pPr>
            <a:defRPr/>
          </a:pPr>
          <a:endParaRPr lang="ru-RU"/>
        </a:p>
      </dgm:t>
    </dgm:pt>
    <dgm:pt modelId="{8D686630-F117-4D4E-9015-8F897FA0D5B2}" type="parTrans" cxnId="{29949BA7-1212-4A88-BFCA-E12185D64248}">
      <dgm:prSet/>
      <dgm:spPr bwMode="auto"/>
      <dgm:t>
        <a:bodyPr/>
        <a:lstStyle/>
        <a:p>
          <a:pPr>
            <a:defRPr/>
          </a:pPr>
          <a:endParaRPr lang="ru-RU"/>
        </a:p>
      </dgm:t>
    </dgm:pt>
    <dgm:pt modelId="{E694A199-C0B7-4638-A8C2-423C5F02D07A}" type="sibTrans" cxnId="{29949BA7-1212-4A88-BFCA-E12185D64248}">
      <dgm:prSet/>
      <dgm:spPr bwMode="auto"/>
      <dgm:t>
        <a:bodyPr/>
        <a:lstStyle/>
        <a:p>
          <a:pPr>
            <a:defRPr/>
          </a:pPr>
          <a:endParaRPr lang="ru-RU"/>
        </a:p>
      </dgm:t>
    </dgm:pt>
    <dgm:pt modelId="{2DFEC070-DFCF-48AE-AFE3-BB16A609BB6F}">
      <dgm:prSet phldrT="[Текст]" phldr="1"/>
      <dgm:spPr bwMode="auto"/>
      <dgm:t>
        <a:bodyPr/>
        <a:lstStyle/>
        <a:p>
          <a:pPr>
            <a:defRPr/>
          </a:pPr>
          <a:endParaRPr lang="ru-RU"/>
        </a:p>
      </dgm:t>
    </dgm:pt>
    <dgm:pt modelId="{30CF6F08-D656-469D-AA01-4D4A9AE9A60E}" type="parTrans" cxnId="{23EDB611-788B-4856-A965-7E3A6E4A7506}">
      <dgm:prSet/>
      <dgm:spPr bwMode="auto"/>
      <dgm:t>
        <a:bodyPr/>
        <a:lstStyle/>
        <a:p>
          <a:pPr>
            <a:defRPr/>
          </a:pPr>
          <a:endParaRPr lang="ru-RU"/>
        </a:p>
      </dgm:t>
    </dgm:pt>
    <dgm:pt modelId="{D5259CFC-BE15-47CC-89D4-BE161456551D}" type="sibTrans" cxnId="{23EDB611-788B-4856-A965-7E3A6E4A7506}">
      <dgm:prSet/>
      <dgm:spPr bwMode="auto"/>
      <dgm:t>
        <a:bodyPr/>
        <a:lstStyle/>
        <a:p>
          <a:pPr>
            <a:defRPr/>
          </a:pPr>
          <a:endParaRPr lang="ru-RU"/>
        </a:p>
      </dgm:t>
    </dgm:pt>
    <dgm:pt modelId="{4A002457-3BD0-493F-9BC4-F9EC530678CB}" type="pres">
      <dgm:prSet presAssocID="{D8622014-C8CD-45B4-82E8-39E3C584C95B}" presName="cycle" presStyleCnt="0">
        <dgm:presLayoutVars>
          <dgm:dir/>
          <dgm:resizeHandles val="exact"/>
        </dgm:presLayoutVars>
      </dgm:prSet>
      <dgm:spPr bwMode="auto"/>
    </dgm:pt>
    <dgm:pt modelId="{19693D43-A770-4E67-B2B8-CA97E870F61F}" type="pres">
      <dgm:prSet presAssocID="{7B7C3B6E-7859-4F86-B55B-C760415361DD}" presName="node" presStyleLbl="node1" presStyleIdx="0" presStyleCnt="6">
        <dgm:presLayoutVars>
          <dgm:bulletEnabled val="1"/>
        </dgm:presLayoutVars>
      </dgm:prSet>
      <dgm:spPr bwMode="auto"/>
    </dgm:pt>
    <dgm:pt modelId="{6834EF46-FE27-4334-AD0E-6FB57FCA8E09}" type="pres">
      <dgm:prSet presAssocID="{7B7C3B6E-7859-4F86-B55B-C760415361DD}" presName="spNode" presStyleCnt="0"/>
      <dgm:spPr bwMode="auto"/>
    </dgm:pt>
    <dgm:pt modelId="{BDD696C8-1A70-4A5E-9032-108FF7428A8C}" type="pres">
      <dgm:prSet presAssocID="{9743D79E-A66C-4D33-8C71-7444702033E5}" presName="sibTrans" presStyleLbl="sibTrans1D1" presStyleIdx="0" presStyleCnt="6"/>
      <dgm:spPr bwMode="auto"/>
    </dgm:pt>
    <dgm:pt modelId="{AAD1F716-CF95-498F-93EC-E3EA73FCB68B}" type="pres">
      <dgm:prSet presAssocID="{707F779F-F278-44AD-9985-F960895DA518}" presName="node" presStyleLbl="node1" presStyleIdx="1" presStyleCnt="6">
        <dgm:presLayoutVars>
          <dgm:bulletEnabled val="1"/>
        </dgm:presLayoutVars>
      </dgm:prSet>
      <dgm:spPr bwMode="auto"/>
    </dgm:pt>
    <dgm:pt modelId="{D6531F2F-DA7B-4CE7-8187-8F2FB297B654}" type="pres">
      <dgm:prSet presAssocID="{707F779F-F278-44AD-9985-F960895DA518}" presName="spNode" presStyleCnt="0"/>
      <dgm:spPr bwMode="auto"/>
    </dgm:pt>
    <dgm:pt modelId="{D7C43ABA-C9FA-4233-8F8D-383C5C2E5F6C}" type="pres">
      <dgm:prSet presAssocID="{ED61E830-A365-49FE-8640-334E27FDF055}" presName="sibTrans" presStyleLbl="sibTrans1D1" presStyleIdx="1" presStyleCnt="6"/>
      <dgm:spPr bwMode="auto"/>
    </dgm:pt>
    <dgm:pt modelId="{1A69E2C8-B1AB-4289-9875-0F4044F0B237}" type="pres">
      <dgm:prSet presAssocID="{2DFEC070-DFCF-48AE-AFE3-BB16A609BB6F}" presName="node" presStyleLbl="node1" presStyleIdx="2" presStyleCnt="6">
        <dgm:presLayoutVars>
          <dgm:bulletEnabled val="1"/>
        </dgm:presLayoutVars>
      </dgm:prSet>
      <dgm:spPr bwMode="auto"/>
    </dgm:pt>
    <dgm:pt modelId="{1DBBBF38-4CE5-4B3F-B5A3-6C3394E753E6}" type="pres">
      <dgm:prSet presAssocID="{2DFEC070-DFCF-48AE-AFE3-BB16A609BB6F}" presName="spNode" presStyleCnt="0"/>
      <dgm:spPr bwMode="auto"/>
    </dgm:pt>
    <dgm:pt modelId="{FC59A448-F350-4E05-8A0C-AD1491F76BB5}" type="pres">
      <dgm:prSet presAssocID="{D5259CFC-BE15-47CC-89D4-BE161456551D}" presName="sibTrans" presStyleLbl="sibTrans1D1" presStyleIdx="2" presStyleCnt="6"/>
      <dgm:spPr bwMode="auto"/>
    </dgm:pt>
    <dgm:pt modelId="{1BB0BAF6-D791-43F6-A983-72E9547CE584}" type="pres">
      <dgm:prSet presAssocID="{D5CE8F1E-C4FA-4FBE-A647-21F13644FD60}" presName="node" presStyleLbl="node1" presStyleIdx="3" presStyleCnt="6">
        <dgm:presLayoutVars>
          <dgm:bulletEnabled val="1"/>
        </dgm:presLayoutVars>
      </dgm:prSet>
      <dgm:spPr bwMode="auto"/>
    </dgm:pt>
    <dgm:pt modelId="{12C3F372-8439-4F6F-A3C7-786124081D3F}" type="pres">
      <dgm:prSet presAssocID="{D5CE8F1E-C4FA-4FBE-A647-21F13644FD60}" presName="spNode" presStyleCnt="0"/>
      <dgm:spPr bwMode="auto"/>
    </dgm:pt>
    <dgm:pt modelId="{123BBC91-E054-4A9C-9DDC-931B8B91F06F}" type="pres">
      <dgm:prSet presAssocID="{5F31E1BA-DD6E-42AB-8382-A65B3BC61C55}" presName="sibTrans" presStyleLbl="sibTrans1D1" presStyleIdx="3" presStyleCnt="6"/>
      <dgm:spPr bwMode="auto"/>
    </dgm:pt>
    <dgm:pt modelId="{105047F6-1D05-4578-9D9C-C394F2308211}" type="pres">
      <dgm:prSet presAssocID="{613A05A6-2AAA-4CC8-8EDD-D72838EEBA44}" presName="node" presStyleLbl="node1" presStyleIdx="4" presStyleCnt="6">
        <dgm:presLayoutVars>
          <dgm:bulletEnabled val="1"/>
        </dgm:presLayoutVars>
      </dgm:prSet>
      <dgm:spPr bwMode="auto"/>
    </dgm:pt>
    <dgm:pt modelId="{FEA4B5AD-7B21-4EB7-8611-DE1233CED07E}" type="pres">
      <dgm:prSet presAssocID="{613A05A6-2AAA-4CC8-8EDD-D72838EEBA44}" presName="spNode" presStyleCnt="0"/>
      <dgm:spPr bwMode="auto"/>
    </dgm:pt>
    <dgm:pt modelId="{CCA3AEBD-2EED-4551-BDAF-74305F324347}" type="pres">
      <dgm:prSet presAssocID="{F1AE38C4-2E7B-4BB0-8F47-DE4969653675}" presName="sibTrans" presStyleLbl="sibTrans1D1" presStyleIdx="4" presStyleCnt="6"/>
      <dgm:spPr bwMode="auto"/>
    </dgm:pt>
    <dgm:pt modelId="{8BAD5170-16FF-44F1-A979-055AADB50096}" type="pres">
      <dgm:prSet presAssocID="{42A26B7F-B40A-4862-AEA6-D8BA44B30477}" presName="node" presStyleLbl="node1" presStyleIdx="5" presStyleCnt="6">
        <dgm:presLayoutVars>
          <dgm:bulletEnabled val="1"/>
        </dgm:presLayoutVars>
      </dgm:prSet>
      <dgm:spPr bwMode="auto"/>
    </dgm:pt>
    <dgm:pt modelId="{D8276325-E944-4FE2-9730-41E330F8BD87}" type="pres">
      <dgm:prSet presAssocID="{42A26B7F-B40A-4862-AEA6-D8BA44B30477}" presName="spNode" presStyleCnt="0"/>
      <dgm:spPr bwMode="auto"/>
    </dgm:pt>
    <dgm:pt modelId="{EFE3B9B2-EB6F-4C3E-837E-1E5BC1EBD797}" type="pres">
      <dgm:prSet presAssocID="{E694A199-C0B7-4638-A8C2-423C5F02D07A}" presName="sibTrans" presStyleLbl="sibTrans1D1" presStyleIdx="5" presStyleCnt="6"/>
      <dgm:spPr bwMode="auto"/>
    </dgm:pt>
  </dgm:ptLst>
  <dgm:cxnLst>
    <dgm:cxn modelId="{9FD04505-8EE9-47AF-9DE1-7C2235A9894E}" type="presOf" srcId="{2DFEC070-DFCF-48AE-AFE3-BB16A609BB6F}" destId="{1A69E2C8-B1AB-4289-9875-0F4044F0B237}" srcOrd="0" destOrd="0" presId="urn:microsoft.com/office/officeart/2005/8/layout/cycle5"/>
    <dgm:cxn modelId="{23EDB611-788B-4856-A965-7E3A6E4A7506}" srcId="{D8622014-C8CD-45B4-82E8-39E3C584C95B}" destId="{2DFEC070-DFCF-48AE-AFE3-BB16A609BB6F}" srcOrd="2" destOrd="0" parTransId="{30CF6F08-D656-469D-AA01-4D4A9AE9A60E}" sibTransId="{D5259CFC-BE15-47CC-89D4-BE161456551D}"/>
    <dgm:cxn modelId="{C9165813-441E-44C2-A092-17EAAAC7C1C2}" type="presOf" srcId="{707F779F-F278-44AD-9985-F960895DA518}" destId="{AAD1F716-CF95-498F-93EC-E3EA73FCB68B}" srcOrd="0" destOrd="0" presId="urn:microsoft.com/office/officeart/2005/8/layout/cycle5"/>
    <dgm:cxn modelId="{76270C15-AB66-4D83-A38F-B7856EC4F719}" type="presOf" srcId="{F1AE38C4-2E7B-4BB0-8F47-DE4969653675}" destId="{CCA3AEBD-2EED-4551-BDAF-74305F324347}" srcOrd="0" destOrd="0" presId="urn:microsoft.com/office/officeart/2005/8/layout/cycle5"/>
    <dgm:cxn modelId="{77227D19-C0D6-44FC-BE49-246C9EA95E81}" type="presOf" srcId="{613A05A6-2AAA-4CC8-8EDD-D72838EEBA44}" destId="{105047F6-1D05-4578-9D9C-C394F2308211}" srcOrd="0" destOrd="0" presId="urn:microsoft.com/office/officeart/2005/8/layout/cycle5"/>
    <dgm:cxn modelId="{3F1F3620-C57B-4788-A3C5-52678D64AE0C}" type="presOf" srcId="{ED61E830-A365-49FE-8640-334E27FDF055}" destId="{D7C43ABA-C9FA-4233-8F8D-383C5C2E5F6C}" srcOrd="0" destOrd="0" presId="urn:microsoft.com/office/officeart/2005/8/layout/cycle5"/>
    <dgm:cxn modelId="{648B853C-B7EE-4ADF-9606-AF41423ACF2E}" type="presOf" srcId="{7B7C3B6E-7859-4F86-B55B-C760415361DD}" destId="{19693D43-A770-4E67-B2B8-CA97E870F61F}" srcOrd="0" destOrd="0" presId="urn:microsoft.com/office/officeart/2005/8/layout/cycle5"/>
    <dgm:cxn modelId="{50283540-504C-4BFD-BB8D-110DB4B5588B}" type="presOf" srcId="{E694A199-C0B7-4638-A8C2-423C5F02D07A}" destId="{EFE3B9B2-EB6F-4C3E-837E-1E5BC1EBD797}" srcOrd="0" destOrd="0" presId="urn:microsoft.com/office/officeart/2005/8/layout/cycle5"/>
    <dgm:cxn modelId="{5D2ABB49-85BE-4EE4-B6C3-D74676F612C2}" srcId="{D8622014-C8CD-45B4-82E8-39E3C584C95B}" destId="{707F779F-F278-44AD-9985-F960895DA518}" srcOrd="1" destOrd="0" parTransId="{4989AA28-4C16-4D6F-8525-ADC1D6C8869B}" sibTransId="{ED61E830-A365-49FE-8640-334E27FDF055}"/>
    <dgm:cxn modelId="{B7C50D6A-48BB-4125-8378-622E6216534E}" type="presOf" srcId="{9743D79E-A66C-4D33-8C71-7444702033E5}" destId="{BDD696C8-1A70-4A5E-9032-108FF7428A8C}" srcOrd="0" destOrd="0" presId="urn:microsoft.com/office/officeart/2005/8/layout/cycle5"/>
    <dgm:cxn modelId="{A1F90750-D5E1-4DA6-B39B-FD512BA96666}" type="presOf" srcId="{D5259CFC-BE15-47CC-89D4-BE161456551D}" destId="{FC59A448-F350-4E05-8A0C-AD1491F76BB5}" srcOrd="0" destOrd="0" presId="urn:microsoft.com/office/officeart/2005/8/layout/cycle5"/>
    <dgm:cxn modelId="{FE48D478-1086-4257-ACEE-EFD742A76BA9}" type="presOf" srcId="{5F31E1BA-DD6E-42AB-8382-A65B3BC61C55}" destId="{123BBC91-E054-4A9C-9DDC-931B8B91F06F}" srcOrd="0" destOrd="0" presId="urn:microsoft.com/office/officeart/2005/8/layout/cycle5"/>
    <dgm:cxn modelId="{3E58A27C-8317-4C2C-9F61-1FC1A6749711}" srcId="{D8622014-C8CD-45B4-82E8-39E3C584C95B}" destId="{613A05A6-2AAA-4CC8-8EDD-D72838EEBA44}" srcOrd="4" destOrd="0" parTransId="{7A762B70-35D3-4D73-96ED-F5F182B72046}" sibTransId="{F1AE38C4-2E7B-4BB0-8F47-DE4969653675}"/>
    <dgm:cxn modelId="{E907D18A-F33D-48A4-971E-B1C5BB48E013}" type="presOf" srcId="{42A26B7F-B40A-4862-AEA6-D8BA44B30477}" destId="{8BAD5170-16FF-44F1-A979-055AADB50096}" srcOrd="0" destOrd="0" presId="urn:microsoft.com/office/officeart/2005/8/layout/cycle5"/>
    <dgm:cxn modelId="{29949BA7-1212-4A88-BFCA-E12185D64248}" srcId="{D8622014-C8CD-45B4-82E8-39E3C584C95B}" destId="{42A26B7F-B40A-4862-AEA6-D8BA44B30477}" srcOrd="5" destOrd="0" parTransId="{8D686630-F117-4D4E-9015-8F897FA0D5B2}" sibTransId="{E694A199-C0B7-4638-A8C2-423C5F02D07A}"/>
    <dgm:cxn modelId="{BE1111AD-3207-48B2-A2E8-EFF7CEB9BEC4}" srcId="{D8622014-C8CD-45B4-82E8-39E3C584C95B}" destId="{D5CE8F1E-C4FA-4FBE-A647-21F13644FD60}" srcOrd="3" destOrd="0" parTransId="{FAB0F1C1-3E6D-42BB-97E9-283A6DCC5B49}" sibTransId="{5F31E1BA-DD6E-42AB-8382-A65B3BC61C55}"/>
    <dgm:cxn modelId="{15B893B1-688D-4A96-B243-FF75244C4428}" srcId="{D8622014-C8CD-45B4-82E8-39E3C584C95B}" destId="{7B7C3B6E-7859-4F86-B55B-C760415361DD}" srcOrd="0" destOrd="0" parTransId="{0B29F7DF-CCFD-43B0-B352-4A31DABA886C}" sibTransId="{9743D79E-A66C-4D33-8C71-7444702033E5}"/>
    <dgm:cxn modelId="{3E5C44B6-83A1-478F-AC66-B1F851ADA729}" type="presOf" srcId="{D5CE8F1E-C4FA-4FBE-A647-21F13644FD60}" destId="{1BB0BAF6-D791-43F6-A983-72E9547CE584}" srcOrd="0" destOrd="0" presId="urn:microsoft.com/office/officeart/2005/8/layout/cycle5"/>
    <dgm:cxn modelId="{12936EB7-1A3E-4767-904F-D03222A213D0}" type="presOf" srcId="{D8622014-C8CD-45B4-82E8-39E3C584C95B}" destId="{4A002457-3BD0-493F-9BC4-F9EC530678CB}" srcOrd="0" destOrd="0" presId="urn:microsoft.com/office/officeart/2005/8/layout/cycle5"/>
    <dgm:cxn modelId="{172CE718-4706-44CE-922C-5D60EF2CCAF2}" type="presParOf" srcId="{4A002457-3BD0-493F-9BC4-F9EC530678CB}" destId="{19693D43-A770-4E67-B2B8-CA97E870F61F}" srcOrd="0" destOrd="0" presId="urn:microsoft.com/office/officeart/2005/8/layout/cycle5"/>
    <dgm:cxn modelId="{C4706F79-A348-4231-B428-B6BFE36FB75F}" type="presParOf" srcId="{4A002457-3BD0-493F-9BC4-F9EC530678CB}" destId="{6834EF46-FE27-4334-AD0E-6FB57FCA8E09}" srcOrd="1" destOrd="0" presId="urn:microsoft.com/office/officeart/2005/8/layout/cycle5"/>
    <dgm:cxn modelId="{07366A23-58D0-4CC6-AE95-B9727861F91F}" type="presParOf" srcId="{4A002457-3BD0-493F-9BC4-F9EC530678CB}" destId="{BDD696C8-1A70-4A5E-9032-108FF7428A8C}" srcOrd="2" destOrd="0" presId="urn:microsoft.com/office/officeart/2005/8/layout/cycle5"/>
    <dgm:cxn modelId="{80B73200-CEC5-44F8-AE98-89F75B413CEA}" type="presParOf" srcId="{4A002457-3BD0-493F-9BC4-F9EC530678CB}" destId="{AAD1F716-CF95-498F-93EC-E3EA73FCB68B}" srcOrd="3" destOrd="0" presId="urn:microsoft.com/office/officeart/2005/8/layout/cycle5"/>
    <dgm:cxn modelId="{766D92C8-FD47-413B-82ED-BD42E6725D47}" type="presParOf" srcId="{4A002457-3BD0-493F-9BC4-F9EC530678CB}" destId="{D6531F2F-DA7B-4CE7-8187-8F2FB297B654}" srcOrd="4" destOrd="0" presId="urn:microsoft.com/office/officeart/2005/8/layout/cycle5"/>
    <dgm:cxn modelId="{4A4E3E09-9304-4B53-A9C8-E58EF9A32283}" type="presParOf" srcId="{4A002457-3BD0-493F-9BC4-F9EC530678CB}" destId="{D7C43ABA-C9FA-4233-8F8D-383C5C2E5F6C}" srcOrd="5" destOrd="0" presId="urn:microsoft.com/office/officeart/2005/8/layout/cycle5"/>
    <dgm:cxn modelId="{919F57ED-200F-4130-9F71-373080B1DA17}" type="presParOf" srcId="{4A002457-3BD0-493F-9BC4-F9EC530678CB}" destId="{1A69E2C8-B1AB-4289-9875-0F4044F0B237}" srcOrd="6" destOrd="0" presId="urn:microsoft.com/office/officeart/2005/8/layout/cycle5"/>
    <dgm:cxn modelId="{7BF014C4-8763-4820-A483-0974F0AB8C4E}" type="presParOf" srcId="{4A002457-3BD0-493F-9BC4-F9EC530678CB}" destId="{1DBBBF38-4CE5-4B3F-B5A3-6C3394E753E6}" srcOrd="7" destOrd="0" presId="urn:microsoft.com/office/officeart/2005/8/layout/cycle5"/>
    <dgm:cxn modelId="{7634DA6D-446D-4364-BF1E-7B05E5BCDBD1}" type="presParOf" srcId="{4A002457-3BD0-493F-9BC4-F9EC530678CB}" destId="{FC59A448-F350-4E05-8A0C-AD1491F76BB5}" srcOrd="8" destOrd="0" presId="urn:microsoft.com/office/officeart/2005/8/layout/cycle5"/>
    <dgm:cxn modelId="{8D00B620-6082-4F0D-8FED-CD66991F1BAE}" type="presParOf" srcId="{4A002457-3BD0-493F-9BC4-F9EC530678CB}" destId="{1BB0BAF6-D791-43F6-A983-72E9547CE584}" srcOrd="9" destOrd="0" presId="urn:microsoft.com/office/officeart/2005/8/layout/cycle5"/>
    <dgm:cxn modelId="{465E63BD-3F34-4343-B0BE-5A13C3F1B888}" type="presParOf" srcId="{4A002457-3BD0-493F-9BC4-F9EC530678CB}" destId="{12C3F372-8439-4F6F-A3C7-786124081D3F}" srcOrd="10" destOrd="0" presId="urn:microsoft.com/office/officeart/2005/8/layout/cycle5"/>
    <dgm:cxn modelId="{2935A73B-2DFC-4D6E-AFEE-A9EAC3C4EA31}" type="presParOf" srcId="{4A002457-3BD0-493F-9BC4-F9EC530678CB}" destId="{123BBC91-E054-4A9C-9DDC-931B8B91F06F}" srcOrd="11" destOrd="0" presId="urn:microsoft.com/office/officeart/2005/8/layout/cycle5"/>
    <dgm:cxn modelId="{ECCF6C24-0EF1-41EF-A18F-E8B0F17EEB4C}" type="presParOf" srcId="{4A002457-3BD0-493F-9BC4-F9EC530678CB}" destId="{105047F6-1D05-4578-9D9C-C394F2308211}" srcOrd="12" destOrd="0" presId="urn:microsoft.com/office/officeart/2005/8/layout/cycle5"/>
    <dgm:cxn modelId="{58D4C355-752D-4EB4-BB89-E640A9D53280}" type="presParOf" srcId="{4A002457-3BD0-493F-9BC4-F9EC530678CB}" destId="{FEA4B5AD-7B21-4EB7-8611-DE1233CED07E}" srcOrd="13" destOrd="0" presId="urn:microsoft.com/office/officeart/2005/8/layout/cycle5"/>
    <dgm:cxn modelId="{EF69777C-CC12-4B50-A01B-D8F833AA2C4E}" type="presParOf" srcId="{4A002457-3BD0-493F-9BC4-F9EC530678CB}" destId="{CCA3AEBD-2EED-4551-BDAF-74305F324347}" srcOrd="14" destOrd="0" presId="urn:microsoft.com/office/officeart/2005/8/layout/cycle5"/>
    <dgm:cxn modelId="{8E2F7DE8-F9FF-4CD6-B5D2-C9ECBA96501E}" type="presParOf" srcId="{4A002457-3BD0-493F-9BC4-F9EC530678CB}" destId="{8BAD5170-16FF-44F1-A979-055AADB50096}" srcOrd="15" destOrd="0" presId="urn:microsoft.com/office/officeart/2005/8/layout/cycle5"/>
    <dgm:cxn modelId="{54F58C44-3747-4451-90DE-B8BC4DD89D2F}" type="presParOf" srcId="{4A002457-3BD0-493F-9BC4-F9EC530678CB}" destId="{D8276325-E944-4FE2-9730-41E330F8BD87}" srcOrd="16" destOrd="0" presId="urn:microsoft.com/office/officeart/2005/8/layout/cycle5"/>
    <dgm:cxn modelId="{1F896987-2DC2-431D-B14C-A881B052F12A}" type="presParOf" srcId="{4A002457-3BD0-493F-9BC4-F9EC530678CB}" destId="{EFE3B9B2-EB6F-4C3E-837E-1E5BC1EBD797}" srcOrd="17" destOrd="0" presId="urn:microsoft.com/office/officeart/2005/8/layout/cycle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C77CDB-A634-4BCB-9E25-D08BC856E5C4}" type="doc">
      <dgm:prSet loTypeId="urn:microsoft.com/office/officeart/2005/8/layout/hProcess4" loCatId="process" qsTypeId="urn:microsoft.com/office/officeart/2005/8/quickstyle/simple1#3" qsCatId="simple" csTypeId="urn:microsoft.com/office/officeart/2005/8/colors/accent1_2" csCatId="accent1" phldr="0"/>
      <dgm:spPr bwMode="auto"/>
      <dgm:t>
        <a:bodyPr/>
        <a:lstStyle/>
        <a:p>
          <a:pPr>
            <a:defRPr/>
          </a:pPr>
          <a:endParaRPr lang="ru-RU"/>
        </a:p>
      </dgm:t>
    </dgm:pt>
    <dgm:pt modelId="{3086ACD7-C277-43CA-9CE5-1178B9EB6824}">
      <dgm:prSet phldrT="[Текст]" phldr="1"/>
      <dgm:spPr bwMode="auto"/>
      <dgm:t>
        <a:bodyPr/>
        <a:lstStyle/>
        <a:p>
          <a:pPr>
            <a:defRPr/>
          </a:pPr>
          <a:endParaRPr lang="ru-RU" dirty="0"/>
        </a:p>
      </dgm:t>
    </dgm:pt>
    <dgm:pt modelId="{9FEA9886-2DAA-45E3-8008-4F05DC1A0B00}" type="parTrans" cxnId="{7AB7C915-D349-49D7-BDD2-78A4BD7711C9}">
      <dgm:prSet/>
      <dgm:spPr bwMode="auto"/>
      <dgm:t>
        <a:bodyPr/>
        <a:lstStyle/>
        <a:p>
          <a:pPr>
            <a:defRPr/>
          </a:pPr>
          <a:endParaRPr lang="ru-RU"/>
        </a:p>
      </dgm:t>
    </dgm:pt>
    <dgm:pt modelId="{4490CA97-2EA5-475F-A3CE-8DB88456A274}" type="sibTrans" cxnId="{7AB7C915-D349-49D7-BDD2-78A4BD7711C9}">
      <dgm:prSet/>
      <dgm:spPr bwMode="auto"/>
      <dgm:t>
        <a:bodyPr/>
        <a:lstStyle/>
        <a:p>
          <a:pPr>
            <a:defRPr/>
          </a:pPr>
          <a:endParaRPr lang="ru-RU"/>
        </a:p>
      </dgm:t>
    </dgm:pt>
    <dgm:pt modelId="{13CCAB08-DE53-430E-8F7C-E7C6F2AF4007}">
      <dgm:prSet phldrT="[Текст]" phldr="1"/>
      <dgm:spPr bwMode="auto"/>
      <dgm:t>
        <a:bodyPr/>
        <a:lstStyle/>
        <a:p>
          <a:pPr>
            <a:defRPr/>
          </a:pPr>
          <a:endParaRPr lang="ru-RU"/>
        </a:p>
      </dgm:t>
    </dgm:pt>
    <dgm:pt modelId="{597E0252-FD6A-45BA-B559-685364DB9CA4}" type="parTrans" cxnId="{587F6BCD-03DA-4017-9F33-15695F11206C}">
      <dgm:prSet/>
      <dgm:spPr bwMode="auto"/>
      <dgm:t>
        <a:bodyPr/>
        <a:lstStyle/>
        <a:p>
          <a:pPr>
            <a:defRPr/>
          </a:pPr>
          <a:endParaRPr lang="ru-RU"/>
        </a:p>
      </dgm:t>
    </dgm:pt>
    <dgm:pt modelId="{74DB0E59-2555-4921-AB82-347635BD1609}" type="sibTrans" cxnId="{587F6BCD-03DA-4017-9F33-15695F11206C}">
      <dgm:prSet/>
      <dgm:spPr bwMode="auto"/>
      <dgm:t>
        <a:bodyPr/>
        <a:lstStyle/>
        <a:p>
          <a:pPr>
            <a:defRPr/>
          </a:pPr>
          <a:endParaRPr lang="ru-RU"/>
        </a:p>
      </dgm:t>
    </dgm:pt>
    <dgm:pt modelId="{E610BB25-50DB-4B4D-8122-A71BFE47E89D}">
      <dgm:prSet phldrT="[Текст]" phldr="1"/>
      <dgm:spPr bwMode="auto"/>
      <dgm:t>
        <a:bodyPr/>
        <a:lstStyle/>
        <a:p>
          <a:pPr>
            <a:defRPr/>
          </a:pPr>
          <a:endParaRPr lang="ru-RU"/>
        </a:p>
      </dgm:t>
    </dgm:pt>
    <dgm:pt modelId="{8AA06B66-EB5C-42CA-8212-1DC580B6265E}" type="parTrans" cxnId="{C04BAEC0-143F-4F16-860F-8FF92D19C1EF}">
      <dgm:prSet/>
      <dgm:spPr bwMode="auto"/>
      <dgm:t>
        <a:bodyPr/>
        <a:lstStyle/>
        <a:p>
          <a:pPr>
            <a:defRPr/>
          </a:pPr>
          <a:endParaRPr lang="ru-RU"/>
        </a:p>
      </dgm:t>
    </dgm:pt>
    <dgm:pt modelId="{C165924D-B3CB-489D-B072-D060364B7B86}" type="sibTrans" cxnId="{C04BAEC0-143F-4F16-860F-8FF92D19C1EF}">
      <dgm:prSet/>
      <dgm:spPr bwMode="auto"/>
      <dgm:t>
        <a:bodyPr/>
        <a:lstStyle/>
        <a:p>
          <a:pPr>
            <a:defRPr/>
          </a:pPr>
          <a:endParaRPr lang="ru-RU"/>
        </a:p>
      </dgm:t>
    </dgm:pt>
    <dgm:pt modelId="{5D1A47A7-3957-41AC-8F27-E31FC2596174}">
      <dgm:prSet phldrT="[Текст]" phldr="1"/>
      <dgm:spPr bwMode="auto"/>
      <dgm:t>
        <a:bodyPr/>
        <a:lstStyle/>
        <a:p>
          <a:pPr>
            <a:defRPr/>
          </a:pPr>
          <a:endParaRPr lang="ru-RU"/>
        </a:p>
      </dgm:t>
    </dgm:pt>
    <dgm:pt modelId="{0A421244-F881-4DD1-90E8-8361C6D9EE42}" type="parTrans" cxnId="{218134E5-E291-444A-97E8-0B2234E4A4D6}">
      <dgm:prSet/>
      <dgm:spPr bwMode="auto"/>
      <dgm:t>
        <a:bodyPr/>
        <a:lstStyle/>
        <a:p>
          <a:pPr>
            <a:defRPr/>
          </a:pPr>
          <a:endParaRPr lang="ru-RU"/>
        </a:p>
      </dgm:t>
    </dgm:pt>
    <dgm:pt modelId="{969EBB23-B5E0-4CA5-B47A-1346ABAC177C}" type="sibTrans" cxnId="{218134E5-E291-444A-97E8-0B2234E4A4D6}">
      <dgm:prSet/>
      <dgm:spPr bwMode="auto"/>
      <dgm:t>
        <a:bodyPr/>
        <a:lstStyle/>
        <a:p>
          <a:pPr>
            <a:defRPr/>
          </a:pPr>
          <a:endParaRPr lang="ru-RU"/>
        </a:p>
      </dgm:t>
    </dgm:pt>
    <dgm:pt modelId="{93BA7419-9115-4560-9CA2-DBBDDE680442}">
      <dgm:prSet phldrT="[Текст]" phldr="1"/>
      <dgm:spPr bwMode="auto"/>
      <dgm:t>
        <a:bodyPr/>
        <a:lstStyle/>
        <a:p>
          <a:pPr>
            <a:defRPr/>
          </a:pPr>
          <a:endParaRPr lang="ru-RU"/>
        </a:p>
      </dgm:t>
    </dgm:pt>
    <dgm:pt modelId="{FACEA9BD-B526-4977-9FE3-AAF9D26F9091}" type="parTrans" cxnId="{CF74E5F7-F0D5-45BC-A773-F7A2EFDF00C2}">
      <dgm:prSet/>
      <dgm:spPr bwMode="auto"/>
      <dgm:t>
        <a:bodyPr/>
        <a:lstStyle/>
        <a:p>
          <a:pPr>
            <a:defRPr/>
          </a:pPr>
          <a:endParaRPr lang="ru-RU"/>
        </a:p>
      </dgm:t>
    </dgm:pt>
    <dgm:pt modelId="{B780ACF6-30B8-4EB6-A15B-EAABBE7103A9}" type="sibTrans" cxnId="{CF74E5F7-F0D5-45BC-A773-F7A2EFDF00C2}">
      <dgm:prSet/>
      <dgm:spPr bwMode="auto"/>
      <dgm:t>
        <a:bodyPr/>
        <a:lstStyle/>
        <a:p>
          <a:pPr>
            <a:defRPr/>
          </a:pPr>
          <a:endParaRPr lang="ru-RU"/>
        </a:p>
      </dgm:t>
    </dgm:pt>
    <dgm:pt modelId="{68269703-088D-4E01-B84A-783EEE4AD197}">
      <dgm:prSet phldrT="[Текст]" phldr="1"/>
      <dgm:spPr bwMode="auto"/>
      <dgm:t>
        <a:bodyPr/>
        <a:lstStyle/>
        <a:p>
          <a:pPr>
            <a:defRPr/>
          </a:pPr>
          <a:endParaRPr lang="ru-RU"/>
        </a:p>
      </dgm:t>
    </dgm:pt>
    <dgm:pt modelId="{F3005953-4F68-403D-8E7D-A4082C2806A0}" type="parTrans" cxnId="{97063FE4-4AC5-4CDF-8AD3-F7664A111E66}">
      <dgm:prSet/>
      <dgm:spPr bwMode="auto"/>
      <dgm:t>
        <a:bodyPr/>
        <a:lstStyle/>
        <a:p>
          <a:pPr>
            <a:defRPr/>
          </a:pPr>
          <a:endParaRPr lang="ru-RU"/>
        </a:p>
      </dgm:t>
    </dgm:pt>
    <dgm:pt modelId="{4BF6DC6E-C637-473F-BAE4-28010FCD562C}" type="sibTrans" cxnId="{97063FE4-4AC5-4CDF-8AD3-F7664A111E66}">
      <dgm:prSet/>
      <dgm:spPr bwMode="auto"/>
      <dgm:t>
        <a:bodyPr/>
        <a:lstStyle/>
        <a:p>
          <a:pPr>
            <a:defRPr/>
          </a:pPr>
          <a:endParaRPr lang="ru-RU"/>
        </a:p>
      </dgm:t>
    </dgm:pt>
    <dgm:pt modelId="{065F776D-8C3C-4F0E-AC72-D164156244DE}">
      <dgm:prSet phldrT="[Текст]" phldr="1"/>
      <dgm:spPr bwMode="auto"/>
      <dgm:t>
        <a:bodyPr/>
        <a:lstStyle/>
        <a:p>
          <a:pPr>
            <a:defRPr/>
          </a:pPr>
          <a:endParaRPr lang="ru-RU"/>
        </a:p>
      </dgm:t>
    </dgm:pt>
    <dgm:pt modelId="{BFDD618D-14A3-4D29-A27C-5C9BB7DDD5A5}" type="parTrans" cxnId="{41126AA2-4EA2-411B-B90B-ABED4F9798EB}">
      <dgm:prSet/>
      <dgm:spPr bwMode="auto"/>
      <dgm:t>
        <a:bodyPr/>
        <a:lstStyle/>
        <a:p>
          <a:pPr>
            <a:defRPr/>
          </a:pPr>
          <a:endParaRPr lang="ru-RU"/>
        </a:p>
      </dgm:t>
    </dgm:pt>
    <dgm:pt modelId="{F24C0D5C-5CB9-450A-BF2A-48E09BC7F98E}" type="sibTrans" cxnId="{41126AA2-4EA2-411B-B90B-ABED4F9798EB}">
      <dgm:prSet/>
      <dgm:spPr bwMode="auto"/>
      <dgm:t>
        <a:bodyPr/>
        <a:lstStyle/>
        <a:p>
          <a:pPr>
            <a:defRPr/>
          </a:pPr>
          <a:endParaRPr lang="ru-RU"/>
        </a:p>
      </dgm:t>
    </dgm:pt>
    <dgm:pt modelId="{783339F4-073C-4FC0-A537-ADAEA6CB087A}">
      <dgm:prSet phldrT="[Текст]" phldr="1"/>
      <dgm:spPr bwMode="auto"/>
      <dgm:t>
        <a:bodyPr/>
        <a:lstStyle/>
        <a:p>
          <a:pPr>
            <a:defRPr/>
          </a:pPr>
          <a:endParaRPr lang="ru-RU"/>
        </a:p>
      </dgm:t>
    </dgm:pt>
    <dgm:pt modelId="{8629E7A2-A969-4D8F-92E2-5E56D73E06A2}" type="parTrans" cxnId="{3DD962E0-57EE-4951-AA43-A572086234AE}">
      <dgm:prSet/>
      <dgm:spPr bwMode="auto"/>
      <dgm:t>
        <a:bodyPr/>
        <a:lstStyle/>
        <a:p>
          <a:pPr>
            <a:defRPr/>
          </a:pPr>
          <a:endParaRPr lang="ru-RU"/>
        </a:p>
      </dgm:t>
    </dgm:pt>
    <dgm:pt modelId="{33586362-E8B7-4440-A66E-90349A53F75C}" type="sibTrans" cxnId="{3DD962E0-57EE-4951-AA43-A572086234AE}">
      <dgm:prSet/>
      <dgm:spPr bwMode="auto"/>
      <dgm:t>
        <a:bodyPr/>
        <a:lstStyle/>
        <a:p>
          <a:pPr>
            <a:defRPr/>
          </a:pPr>
          <a:endParaRPr lang="ru-RU"/>
        </a:p>
      </dgm:t>
    </dgm:pt>
    <dgm:pt modelId="{7DC4CA4B-ABDF-4897-8B6A-6B7A0813FC22}">
      <dgm:prSet phldrT="[Текст]" phldr="1"/>
      <dgm:spPr bwMode="auto"/>
      <dgm:t>
        <a:bodyPr/>
        <a:lstStyle/>
        <a:p>
          <a:pPr>
            <a:defRPr/>
          </a:pPr>
          <a:endParaRPr lang="ru-RU"/>
        </a:p>
      </dgm:t>
    </dgm:pt>
    <dgm:pt modelId="{74A3C503-2213-4AEB-A75C-71337A0BC002}" type="parTrans" cxnId="{FB2B67AF-B3F6-4B6B-B06C-C18089AA4896}">
      <dgm:prSet/>
      <dgm:spPr bwMode="auto"/>
      <dgm:t>
        <a:bodyPr/>
        <a:lstStyle/>
        <a:p>
          <a:pPr>
            <a:defRPr/>
          </a:pPr>
          <a:endParaRPr lang="ru-RU"/>
        </a:p>
      </dgm:t>
    </dgm:pt>
    <dgm:pt modelId="{17CA66C4-0173-4296-9C13-A088C7CB2970}" type="sibTrans" cxnId="{FB2B67AF-B3F6-4B6B-B06C-C18089AA4896}">
      <dgm:prSet/>
      <dgm:spPr bwMode="auto"/>
      <dgm:t>
        <a:bodyPr/>
        <a:lstStyle/>
        <a:p>
          <a:pPr>
            <a:defRPr/>
          </a:pPr>
          <a:endParaRPr lang="ru-RU"/>
        </a:p>
      </dgm:t>
    </dgm:pt>
    <dgm:pt modelId="{EA56B9A3-7F3F-4000-8753-1B5EF662ECA8}" type="pres">
      <dgm:prSet presAssocID="{07C77CDB-A634-4BCB-9E25-D08BC856E5C4}" presName="Name0" presStyleCnt="0">
        <dgm:presLayoutVars>
          <dgm:dir/>
          <dgm:animLvl val="lvl"/>
          <dgm:resizeHandles val="exact"/>
        </dgm:presLayoutVars>
      </dgm:prSet>
      <dgm:spPr bwMode="auto"/>
    </dgm:pt>
    <dgm:pt modelId="{C78C6240-736E-4457-AF3B-F57809EAFBB4}" type="pres">
      <dgm:prSet presAssocID="{07C77CDB-A634-4BCB-9E25-D08BC856E5C4}" presName="tSp" presStyleCnt="0"/>
      <dgm:spPr bwMode="auto"/>
    </dgm:pt>
    <dgm:pt modelId="{C8C19EC9-FF79-4290-8BFB-A5EB279226F4}" type="pres">
      <dgm:prSet presAssocID="{07C77CDB-A634-4BCB-9E25-D08BC856E5C4}" presName="bSp" presStyleCnt="0"/>
      <dgm:spPr bwMode="auto"/>
    </dgm:pt>
    <dgm:pt modelId="{2A1AB31F-0E92-4DD5-8052-D08CA4CBC6AB}" type="pres">
      <dgm:prSet presAssocID="{07C77CDB-A634-4BCB-9E25-D08BC856E5C4}" presName="process" presStyleCnt="0"/>
      <dgm:spPr bwMode="auto"/>
    </dgm:pt>
    <dgm:pt modelId="{72A4E2B0-AEAC-4AC3-809B-FA938DF2932F}" type="pres">
      <dgm:prSet presAssocID="{3086ACD7-C277-43CA-9CE5-1178B9EB6824}" presName="composite1" presStyleCnt="0"/>
      <dgm:spPr bwMode="auto"/>
    </dgm:pt>
    <dgm:pt modelId="{942AA85E-DF0A-4B11-9153-0CB980E17A95}" type="pres">
      <dgm:prSet presAssocID="{3086ACD7-C277-43CA-9CE5-1178B9EB6824}" presName="dummyNode1" presStyleLbl="node1" presStyleIdx="0" presStyleCnt="3"/>
      <dgm:spPr bwMode="auto"/>
    </dgm:pt>
    <dgm:pt modelId="{09C79E23-72EA-4E13-B1E3-819891B7820D}" type="pres">
      <dgm:prSet presAssocID="{3086ACD7-C277-43CA-9CE5-1178B9EB6824}" presName="childNode1" presStyleLbl="bgAcc1" presStyleIdx="0" presStyleCnt="3">
        <dgm:presLayoutVars>
          <dgm:bulletEnabled val="1"/>
        </dgm:presLayoutVars>
      </dgm:prSet>
      <dgm:spPr bwMode="auto"/>
    </dgm:pt>
    <dgm:pt modelId="{46D4504C-61A5-462C-8AA6-A2C83A8D4822}" type="pres">
      <dgm:prSet presAssocID="{3086ACD7-C277-43CA-9CE5-1178B9EB6824}" presName="childNode1tx" presStyleLbl="bgAcc1" presStyleIdx="0" presStyleCnt="3">
        <dgm:presLayoutVars>
          <dgm:bulletEnabled val="1"/>
        </dgm:presLayoutVars>
      </dgm:prSet>
      <dgm:spPr bwMode="auto"/>
    </dgm:pt>
    <dgm:pt modelId="{102DEEDD-176B-4349-98D0-0A1686F61BDA}" type="pres">
      <dgm:prSet presAssocID="{3086ACD7-C277-43CA-9CE5-1178B9EB6824}" presName="parentNode1" presStyleLbl="node1" presStyleIdx="0" presStyleCnt="3" custLinFactNeighborX="3359" custLinFactNeighborY="8647">
        <dgm:presLayoutVars>
          <dgm:chMax val="1"/>
          <dgm:bulletEnabled val="1"/>
        </dgm:presLayoutVars>
      </dgm:prSet>
      <dgm:spPr bwMode="auto"/>
    </dgm:pt>
    <dgm:pt modelId="{3F51A2C0-A0F8-4E41-94E2-C1829EF069F6}" type="pres">
      <dgm:prSet presAssocID="{3086ACD7-C277-43CA-9CE5-1178B9EB6824}" presName="connSite1" presStyleCnt="0"/>
      <dgm:spPr bwMode="auto"/>
    </dgm:pt>
    <dgm:pt modelId="{DB7C6154-34A0-4ED6-AFC9-88C56DB0DFCC}" type="pres">
      <dgm:prSet presAssocID="{4490CA97-2EA5-475F-A3CE-8DB88456A274}" presName="Name9" presStyleLbl="sibTrans2D1" presStyleIdx="0" presStyleCnt="2"/>
      <dgm:spPr bwMode="auto"/>
    </dgm:pt>
    <dgm:pt modelId="{E053B82A-79F5-4F1F-B653-D620AC3D44C8}" type="pres">
      <dgm:prSet presAssocID="{5D1A47A7-3957-41AC-8F27-E31FC2596174}" presName="composite2" presStyleCnt="0"/>
      <dgm:spPr bwMode="auto"/>
    </dgm:pt>
    <dgm:pt modelId="{92D3D933-9291-4301-B281-49D0F526D0C6}" type="pres">
      <dgm:prSet presAssocID="{5D1A47A7-3957-41AC-8F27-E31FC2596174}" presName="dummyNode2" presStyleLbl="node1" presStyleIdx="0" presStyleCnt="3"/>
      <dgm:spPr bwMode="auto"/>
    </dgm:pt>
    <dgm:pt modelId="{939A261A-155E-48E1-BCB2-FA576C29C2D2}" type="pres">
      <dgm:prSet presAssocID="{5D1A47A7-3957-41AC-8F27-E31FC2596174}" presName="childNode2" presStyleLbl="bgAcc1" presStyleIdx="1" presStyleCnt="3">
        <dgm:presLayoutVars>
          <dgm:bulletEnabled val="1"/>
        </dgm:presLayoutVars>
      </dgm:prSet>
      <dgm:spPr bwMode="auto"/>
    </dgm:pt>
    <dgm:pt modelId="{9E4E143E-F968-4504-8B5C-A726384B6AD6}" type="pres">
      <dgm:prSet presAssocID="{5D1A47A7-3957-41AC-8F27-E31FC2596174}" presName="childNode2tx" presStyleLbl="bgAcc1" presStyleIdx="1" presStyleCnt="3">
        <dgm:presLayoutVars>
          <dgm:bulletEnabled val="1"/>
        </dgm:presLayoutVars>
      </dgm:prSet>
      <dgm:spPr bwMode="auto"/>
    </dgm:pt>
    <dgm:pt modelId="{441364F7-5026-488A-A0A7-73942CE8092D}" type="pres">
      <dgm:prSet presAssocID="{5D1A47A7-3957-41AC-8F27-E31FC2596174}" presName="parentNode2" presStyleLbl="node1" presStyleIdx="1" presStyleCnt="3">
        <dgm:presLayoutVars>
          <dgm:chMax val="0"/>
          <dgm:bulletEnabled val="1"/>
        </dgm:presLayoutVars>
      </dgm:prSet>
      <dgm:spPr bwMode="auto"/>
    </dgm:pt>
    <dgm:pt modelId="{E1D37794-62C5-469C-B7DF-B99DF6137BF2}" type="pres">
      <dgm:prSet presAssocID="{5D1A47A7-3957-41AC-8F27-E31FC2596174}" presName="connSite2" presStyleCnt="0"/>
      <dgm:spPr bwMode="auto"/>
    </dgm:pt>
    <dgm:pt modelId="{CECA55B0-2444-46F6-AF9C-DED775E34FF0}" type="pres">
      <dgm:prSet presAssocID="{969EBB23-B5E0-4CA5-B47A-1346ABAC177C}" presName="Name18" presStyleLbl="sibTrans2D1" presStyleIdx="1" presStyleCnt="2"/>
      <dgm:spPr bwMode="auto"/>
    </dgm:pt>
    <dgm:pt modelId="{6984D155-D09E-4FFD-A474-A24BDD8789CA}" type="pres">
      <dgm:prSet presAssocID="{065F776D-8C3C-4F0E-AC72-D164156244DE}" presName="composite1" presStyleCnt="0"/>
      <dgm:spPr bwMode="auto"/>
    </dgm:pt>
    <dgm:pt modelId="{E061DDFC-8709-4363-91E7-84EB3DD342C0}" type="pres">
      <dgm:prSet presAssocID="{065F776D-8C3C-4F0E-AC72-D164156244DE}" presName="dummyNode1" presStyleLbl="node1" presStyleIdx="1" presStyleCnt="3"/>
      <dgm:spPr bwMode="auto"/>
    </dgm:pt>
    <dgm:pt modelId="{D43D23F5-85BC-4B93-BD41-45E397E7A0A4}" type="pres">
      <dgm:prSet presAssocID="{065F776D-8C3C-4F0E-AC72-D164156244DE}" presName="childNode1" presStyleLbl="bgAcc1" presStyleIdx="2" presStyleCnt="3">
        <dgm:presLayoutVars>
          <dgm:bulletEnabled val="1"/>
        </dgm:presLayoutVars>
      </dgm:prSet>
      <dgm:spPr bwMode="auto"/>
    </dgm:pt>
    <dgm:pt modelId="{17D89A0B-0054-4BDF-A568-E1831019C702}" type="pres">
      <dgm:prSet presAssocID="{065F776D-8C3C-4F0E-AC72-D164156244DE}" presName="childNode1tx" presStyleLbl="bgAcc1" presStyleIdx="2" presStyleCnt="3">
        <dgm:presLayoutVars>
          <dgm:bulletEnabled val="1"/>
        </dgm:presLayoutVars>
      </dgm:prSet>
      <dgm:spPr bwMode="auto"/>
    </dgm:pt>
    <dgm:pt modelId="{FBF035A1-B62C-4BD5-913B-E163C541A0AF}" type="pres">
      <dgm:prSet presAssocID="{065F776D-8C3C-4F0E-AC72-D164156244DE}" presName="parentNode1" presStyleLbl="node1" presStyleIdx="2" presStyleCnt="3">
        <dgm:presLayoutVars>
          <dgm:chMax val="1"/>
          <dgm:bulletEnabled val="1"/>
        </dgm:presLayoutVars>
      </dgm:prSet>
      <dgm:spPr bwMode="auto"/>
    </dgm:pt>
    <dgm:pt modelId="{4BDF64B5-8D0D-468D-8BC7-0FC84E498CF5}" type="pres">
      <dgm:prSet presAssocID="{065F776D-8C3C-4F0E-AC72-D164156244DE}" presName="connSite1" presStyleCnt="0"/>
      <dgm:spPr bwMode="auto"/>
    </dgm:pt>
  </dgm:ptLst>
  <dgm:cxnLst>
    <dgm:cxn modelId="{7AB7C915-D349-49D7-BDD2-78A4BD7711C9}" srcId="{07C77CDB-A634-4BCB-9E25-D08BC856E5C4}" destId="{3086ACD7-C277-43CA-9CE5-1178B9EB6824}" srcOrd="0" destOrd="0" parTransId="{9FEA9886-2DAA-45E3-8008-4F05DC1A0B00}" sibTransId="{4490CA97-2EA5-475F-A3CE-8DB88456A274}"/>
    <dgm:cxn modelId="{B827251A-1D26-433B-9B9F-D5E4B3CC98DB}" type="presOf" srcId="{68269703-088D-4E01-B84A-783EEE4AD197}" destId="{9E4E143E-F968-4504-8B5C-A726384B6AD6}" srcOrd="1" destOrd="1" presId="urn:microsoft.com/office/officeart/2005/8/layout/hProcess4"/>
    <dgm:cxn modelId="{389D752A-4DAF-4EF2-B2CC-F54107BC1BAC}" type="presOf" srcId="{93BA7419-9115-4560-9CA2-DBBDDE680442}" destId="{9E4E143E-F968-4504-8B5C-A726384B6AD6}" srcOrd="1" destOrd="0" presId="urn:microsoft.com/office/officeart/2005/8/layout/hProcess4"/>
    <dgm:cxn modelId="{7024F72B-435B-45F9-BE02-4B7E4C94EC19}" type="presOf" srcId="{7DC4CA4B-ABDF-4897-8B6A-6B7A0813FC22}" destId="{17D89A0B-0054-4BDF-A568-E1831019C702}" srcOrd="1" destOrd="1" presId="urn:microsoft.com/office/officeart/2005/8/layout/hProcess4"/>
    <dgm:cxn modelId="{ED6C3B32-BBF1-4B13-9754-AE97D243752A}" type="presOf" srcId="{68269703-088D-4E01-B84A-783EEE4AD197}" destId="{939A261A-155E-48E1-BCB2-FA576C29C2D2}" srcOrd="0" destOrd="1" presId="urn:microsoft.com/office/officeart/2005/8/layout/hProcess4"/>
    <dgm:cxn modelId="{C79A914A-34FC-43F1-B641-AF218228EF29}" type="presOf" srcId="{4490CA97-2EA5-475F-A3CE-8DB88456A274}" destId="{DB7C6154-34A0-4ED6-AFC9-88C56DB0DFCC}" srcOrd="0" destOrd="0" presId="urn:microsoft.com/office/officeart/2005/8/layout/hProcess4"/>
    <dgm:cxn modelId="{FE49266B-1EC4-4CD6-901A-9A301F9D66C8}" type="presOf" srcId="{E610BB25-50DB-4B4D-8122-A71BFE47E89D}" destId="{46D4504C-61A5-462C-8AA6-A2C83A8D4822}" srcOrd="1" destOrd="1" presId="urn:microsoft.com/office/officeart/2005/8/layout/hProcess4"/>
    <dgm:cxn modelId="{4685884D-34F8-4A11-99D9-E02713C5757C}" type="presOf" srcId="{E610BB25-50DB-4B4D-8122-A71BFE47E89D}" destId="{09C79E23-72EA-4E13-B1E3-819891B7820D}" srcOrd="0" destOrd="1" presId="urn:microsoft.com/office/officeart/2005/8/layout/hProcess4"/>
    <dgm:cxn modelId="{03CA7F70-0364-40BC-91C7-7D2A0AED5080}" type="presOf" srcId="{7DC4CA4B-ABDF-4897-8B6A-6B7A0813FC22}" destId="{D43D23F5-85BC-4B93-BD41-45E397E7A0A4}" srcOrd="0" destOrd="1" presId="urn:microsoft.com/office/officeart/2005/8/layout/hProcess4"/>
    <dgm:cxn modelId="{998F5E71-DF6E-4714-A65A-FD2C90DFDE14}" type="presOf" srcId="{969EBB23-B5E0-4CA5-B47A-1346ABAC177C}" destId="{CECA55B0-2444-46F6-AF9C-DED775E34FF0}" srcOrd="0" destOrd="0" presId="urn:microsoft.com/office/officeart/2005/8/layout/hProcess4"/>
    <dgm:cxn modelId="{E27AFF55-0D13-449E-9C2B-DBF061F05C98}" type="presOf" srcId="{07C77CDB-A634-4BCB-9E25-D08BC856E5C4}" destId="{EA56B9A3-7F3F-4000-8753-1B5EF662ECA8}" srcOrd="0" destOrd="0" presId="urn:microsoft.com/office/officeart/2005/8/layout/hProcess4"/>
    <dgm:cxn modelId="{6506877E-A655-44EB-BF5C-7119CD666BEE}" type="presOf" srcId="{783339F4-073C-4FC0-A537-ADAEA6CB087A}" destId="{D43D23F5-85BC-4B93-BD41-45E397E7A0A4}" srcOrd="0" destOrd="0" presId="urn:microsoft.com/office/officeart/2005/8/layout/hProcess4"/>
    <dgm:cxn modelId="{CF1CEB80-73A5-434D-A31C-3FC61281FD6E}" type="presOf" srcId="{93BA7419-9115-4560-9CA2-DBBDDE680442}" destId="{939A261A-155E-48E1-BCB2-FA576C29C2D2}" srcOrd="0" destOrd="0" presId="urn:microsoft.com/office/officeart/2005/8/layout/hProcess4"/>
    <dgm:cxn modelId="{5A68F582-447F-4350-98D4-6ACABE02616E}" type="presOf" srcId="{783339F4-073C-4FC0-A537-ADAEA6CB087A}" destId="{17D89A0B-0054-4BDF-A568-E1831019C702}" srcOrd="1" destOrd="0" presId="urn:microsoft.com/office/officeart/2005/8/layout/hProcess4"/>
    <dgm:cxn modelId="{D8D15488-1820-44E5-AD97-5A2CC23078B3}" type="presOf" srcId="{3086ACD7-C277-43CA-9CE5-1178B9EB6824}" destId="{102DEEDD-176B-4349-98D0-0A1686F61BDA}" srcOrd="0" destOrd="0" presId="urn:microsoft.com/office/officeart/2005/8/layout/hProcess4"/>
    <dgm:cxn modelId="{B546338E-2D98-4D3D-8770-B34443D32D87}" type="presOf" srcId="{13CCAB08-DE53-430E-8F7C-E7C6F2AF4007}" destId="{09C79E23-72EA-4E13-B1E3-819891B7820D}" srcOrd="0" destOrd="0" presId="urn:microsoft.com/office/officeart/2005/8/layout/hProcess4"/>
    <dgm:cxn modelId="{41126AA2-4EA2-411B-B90B-ABED4F9798EB}" srcId="{07C77CDB-A634-4BCB-9E25-D08BC856E5C4}" destId="{065F776D-8C3C-4F0E-AC72-D164156244DE}" srcOrd="2" destOrd="0" parTransId="{BFDD618D-14A3-4D29-A27C-5C9BB7DDD5A5}" sibTransId="{F24C0D5C-5CB9-450A-BF2A-48E09BC7F98E}"/>
    <dgm:cxn modelId="{9B9486A7-B1F5-4BD9-99FF-467AF20E856C}" type="presOf" srcId="{5D1A47A7-3957-41AC-8F27-E31FC2596174}" destId="{441364F7-5026-488A-A0A7-73942CE8092D}" srcOrd="0" destOrd="0" presId="urn:microsoft.com/office/officeart/2005/8/layout/hProcess4"/>
    <dgm:cxn modelId="{FB2B67AF-B3F6-4B6B-B06C-C18089AA4896}" srcId="{065F776D-8C3C-4F0E-AC72-D164156244DE}" destId="{7DC4CA4B-ABDF-4897-8B6A-6B7A0813FC22}" srcOrd="1" destOrd="0" parTransId="{74A3C503-2213-4AEB-A75C-71337A0BC002}" sibTransId="{17CA66C4-0173-4296-9C13-A088C7CB2970}"/>
    <dgm:cxn modelId="{C04BAEC0-143F-4F16-860F-8FF92D19C1EF}" srcId="{3086ACD7-C277-43CA-9CE5-1178B9EB6824}" destId="{E610BB25-50DB-4B4D-8122-A71BFE47E89D}" srcOrd="1" destOrd="0" parTransId="{8AA06B66-EB5C-42CA-8212-1DC580B6265E}" sibTransId="{C165924D-B3CB-489D-B072-D060364B7B86}"/>
    <dgm:cxn modelId="{587F6BCD-03DA-4017-9F33-15695F11206C}" srcId="{3086ACD7-C277-43CA-9CE5-1178B9EB6824}" destId="{13CCAB08-DE53-430E-8F7C-E7C6F2AF4007}" srcOrd="0" destOrd="0" parTransId="{597E0252-FD6A-45BA-B559-685364DB9CA4}" sibTransId="{74DB0E59-2555-4921-AB82-347635BD1609}"/>
    <dgm:cxn modelId="{479393CF-5B2B-49ED-A639-5C6411F3D3BA}" type="presOf" srcId="{065F776D-8C3C-4F0E-AC72-D164156244DE}" destId="{FBF035A1-B62C-4BD5-913B-E163C541A0AF}" srcOrd="0" destOrd="0" presId="urn:microsoft.com/office/officeart/2005/8/layout/hProcess4"/>
    <dgm:cxn modelId="{E50698D7-ADEB-47FA-B033-2A37366CBC37}" type="presOf" srcId="{13CCAB08-DE53-430E-8F7C-E7C6F2AF4007}" destId="{46D4504C-61A5-462C-8AA6-A2C83A8D4822}" srcOrd="1" destOrd="0" presId="urn:microsoft.com/office/officeart/2005/8/layout/hProcess4"/>
    <dgm:cxn modelId="{3DD962E0-57EE-4951-AA43-A572086234AE}" srcId="{065F776D-8C3C-4F0E-AC72-D164156244DE}" destId="{783339F4-073C-4FC0-A537-ADAEA6CB087A}" srcOrd="0" destOrd="0" parTransId="{8629E7A2-A969-4D8F-92E2-5E56D73E06A2}" sibTransId="{33586362-E8B7-4440-A66E-90349A53F75C}"/>
    <dgm:cxn modelId="{97063FE4-4AC5-4CDF-8AD3-F7664A111E66}" srcId="{5D1A47A7-3957-41AC-8F27-E31FC2596174}" destId="{68269703-088D-4E01-B84A-783EEE4AD197}" srcOrd="1" destOrd="0" parTransId="{F3005953-4F68-403D-8E7D-A4082C2806A0}" sibTransId="{4BF6DC6E-C637-473F-BAE4-28010FCD562C}"/>
    <dgm:cxn modelId="{218134E5-E291-444A-97E8-0B2234E4A4D6}" srcId="{07C77CDB-A634-4BCB-9E25-D08BC856E5C4}" destId="{5D1A47A7-3957-41AC-8F27-E31FC2596174}" srcOrd="1" destOrd="0" parTransId="{0A421244-F881-4DD1-90E8-8361C6D9EE42}" sibTransId="{969EBB23-B5E0-4CA5-B47A-1346ABAC177C}"/>
    <dgm:cxn modelId="{CF74E5F7-F0D5-45BC-A773-F7A2EFDF00C2}" srcId="{5D1A47A7-3957-41AC-8F27-E31FC2596174}" destId="{93BA7419-9115-4560-9CA2-DBBDDE680442}" srcOrd="0" destOrd="0" parTransId="{FACEA9BD-B526-4977-9FE3-AAF9D26F9091}" sibTransId="{B780ACF6-30B8-4EB6-A15B-EAABBE7103A9}"/>
    <dgm:cxn modelId="{AA6895EA-4232-4AF1-B047-8BE65E0557D8}" type="presParOf" srcId="{EA56B9A3-7F3F-4000-8753-1B5EF662ECA8}" destId="{C78C6240-736E-4457-AF3B-F57809EAFBB4}" srcOrd="0" destOrd="0" presId="urn:microsoft.com/office/officeart/2005/8/layout/hProcess4"/>
    <dgm:cxn modelId="{32F2E55B-5C01-4819-91CB-0EB244E2C585}" type="presParOf" srcId="{EA56B9A3-7F3F-4000-8753-1B5EF662ECA8}" destId="{C8C19EC9-FF79-4290-8BFB-A5EB279226F4}" srcOrd="1" destOrd="0" presId="urn:microsoft.com/office/officeart/2005/8/layout/hProcess4"/>
    <dgm:cxn modelId="{B2F09115-CFFD-401C-8741-1A83A8E6B1B4}" type="presParOf" srcId="{EA56B9A3-7F3F-4000-8753-1B5EF662ECA8}" destId="{2A1AB31F-0E92-4DD5-8052-D08CA4CBC6AB}" srcOrd="2" destOrd="0" presId="urn:microsoft.com/office/officeart/2005/8/layout/hProcess4"/>
    <dgm:cxn modelId="{9182E522-DD21-40E8-9030-F8018E2BB086}" type="presParOf" srcId="{2A1AB31F-0E92-4DD5-8052-D08CA4CBC6AB}" destId="{72A4E2B0-AEAC-4AC3-809B-FA938DF2932F}" srcOrd="0" destOrd="0" presId="urn:microsoft.com/office/officeart/2005/8/layout/hProcess4"/>
    <dgm:cxn modelId="{DCAC3404-0178-4054-B3C3-CA5483F56B7B}" type="presParOf" srcId="{72A4E2B0-AEAC-4AC3-809B-FA938DF2932F}" destId="{942AA85E-DF0A-4B11-9153-0CB980E17A95}" srcOrd="0" destOrd="0" presId="urn:microsoft.com/office/officeart/2005/8/layout/hProcess4"/>
    <dgm:cxn modelId="{1DDBF758-3272-4A10-9124-959F671C517E}" type="presParOf" srcId="{72A4E2B0-AEAC-4AC3-809B-FA938DF2932F}" destId="{09C79E23-72EA-4E13-B1E3-819891B7820D}" srcOrd="1" destOrd="0" presId="urn:microsoft.com/office/officeart/2005/8/layout/hProcess4"/>
    <dgm:cxn modelId="{282FF3C7-C6BB-4D66-8E5D-5FB3A9BD5F7E}" type="presParOf" srcId="{72A4E2B0-AEAC-4AC3-809B-FA938DF2932F}" destId="{46D4504C-61A5-462C-8AA6-A2C83A8D4822}" srcOrd="2" destOrd="0" presId="urn:microsoft.com/office/officeart/2005/8/layout/hProcess4"/>
    <dgm:cxn modelId="{AEAA4094-B05A-4E09-9228-8BC04ADECCB0}" type="presParOf" srcId="{72A4E2B0-AEAC-4AC3-809B-FA938DF2932F}" destId="{102DEEDD-176B-4349-98D0-0A1686F61BDA}" srcOrd="3" destOrd="0" presId="urn:microsoft.com/office/officeart/2005/8/layout/hProcess4"/>
    <dgm:cxn modelId="{E9E58BC3-FAB4-488D-B379-9D5072AC13C3}" type="presParOf" srcId="{72A4E2B0-AEAC-4AC3-809B-FA938DF2932F}" destId="{3F51A2C0-A0F8-4E41-94E2-C1829EF069F6}" srcOrd="4" destOrd="0" presId="urn:microsoft.com/office/officeart/2005/8/layout/hProcess4"/>
    <dgm:cxn modelId="{16C1696A-3FEB-446E-88E5-CB316E69084D}" type="presParOf" srcId="{2A1AB31F-0E92-4DD5-8052-D08CA4CBC6AB}" destId="{DB7C6154-34A0-4ED6-AFC9-88C56DB0DFCC}" srcOrd="1" destOrd="0" presId="urn:microsoft.com/office/officeart/2005/8/layout/hProcess4"/>
    <dgm:cxn modelId="{B4BD7A54-3A08-4096-A583-760A06814CDB}" type="presParOf" srcId="{2A1AB31F-0E92-4DD5-8052-D08CA4CBC6AB}" destId="{E053B82A-79F5-4F1F-B653-D620AC3D44C8}" srcOrd="2" destOrd="0" presId="urn:microsoft.com/office/officeart/2005/8/layout/hProcess4"/>
    <dgm:cxn modelId="{C0897594-53AF-4675-B86F-314BCF4C87FC}" type="presParOf" srcId="{E053B82A-79F5-4F1F-B653-D620AC3D44C8}" destId="{92D3D933-9291-4301-B281-49D0F526D0C6}" srcOrd="0" destOrd="0" presId="urn:microsoft.com/office/officeart/2005/8/layout/hProcess4"/>
    <dgm:cxn modelId="{471A8F7F-3AE9-4ED7-BE9A-ED82683B53FA}" type="presParOf" srcId="{E053B82A-79F5-4F1F-B653-D620AC3D44C8}" destId="{939A261A-155E-48E1-BCB2-FA576C29C2D2}" srcOrd="1" destOrd="0" presId="urn:microsoft.com/office/officeart/2005/8/layout/hProcess4"/>
    <dgm:cxn modelId="{56246553-DB07-4EA8-AA98-31BDF9199C84}" type="presParOf" srcId="{E053B82A-79F5-4F1F-B653-D620AC3D44C8}" destId="{9E4E143E-F968-4504-8B5C-A726384B6AD6}" srcOrd="2" destOrd="0" presId="urn:microsoft.com/office/officeart/2005/8/layout/hProcess4"/>
    <dgm:cxn modelId="{87B82106-6E21-4077-BCD6-067142F4F9DE}" type="presParOf" srcId="{E053B82A-79F5-4F1F-B653-D620AC3D44C8}" destId="{441364F7-5026-488A-A0A7-73942CE8092D}" srcOrd="3" destOrd="0" presId="urn:microsoft.com/office/officeart/2005/8/layout/hProcess4"/>
    <dgm:cxn modelId="{193FD787-4EF0-4378-AE26-ED0398E25CD7}" type="presParOf" srcId="{E053B82A-79F5-4F1F-B653-D620AC3D44C8}" destId="{E1D37794-62C5-469C-B7DF-B99DF6137BF2}" srcOrd="4" destOrd="0" presId="urn:microsoft.com/office/officeart/2005/8/layout/hProcess4"/>
    <dgm:cxn modelId="{22FA6FC9-6FE9-4A86-91B1-83DBF05C36D4}" type="presParOf" srcId="{2A1AB31F-0E92-4DD5-8052-D08CA4CBC6AB}" destId="{CECA55B0-2444-46F6-AF9C-DED775E34FF0}" srcOrd="3" destOrd="0" presId="urn:microsoft.com/office/officeart/2005/8/layout/hProcess4"/>
    <dgm:cxn modelId="{BF48BF53-A2FE-4150-B565-B632287548F9}" type="presParOf" srcId="{2A1AB31F-0E92-4DD5-8052-D08CA4CBC6AB}" destId="{6984D155-D09E-4FFD-A474-A24BDD8789CA}" srcOrd="4" destOrd="0" presId="urn:microsoft.com/office/officeart/2005/8/layout/hProcess4"/>
    <dgm:cxn modelId="{03F51421-6D37-41BB-92D3-B58A431D3237}" type="presParOf" srcId="{6984D155-D09E-4FFD-A474-A24BDD8789CA}" destId="{E061DDFC-8709-4363-91E7-84EB3DD342C0}" srcOrd="0" destOrd="0" presId="urn:microsoft.com/office/officeart/2005/8/layout/hProcess4"/>
    <dgm:cxn modelId="{DC6210D2-B695-43F5-94B5-BBC223500960}" type="presParOf" srcId="{6984D155-D09E-4FFD-A474-A24BDD8789CA}" destId="{D43D23F5-85BC-4B93-BD41-45E397E7A0A4}" srcOrd="1" destOrd="0" presId="urn:microsoft.com/office/officeart/2005/8/layout/hProcess4"/>
    <dgm:cxn modelId="{B2A1412D-59FA-46DC-929B-0DAD0A3795F0}" type="presParOf" srcId="{6984D155-D09E-4FFD-A474-A24BDD8789CA}" destId="{17D89A0B-0054-4BDF-A568-E1831019C702}" srcOrd="2" destOrd="0" presId="urn:microsoft.com/office/officeart/2005/8/layout/hProcess4"/>
    <dgm:cxn modelId="{D9F89027-302F-44F6-A469-E0C0DACFC979}" type="presParOf" srcId="{6984D155-D09E-4FFD-A474-A24BDD8789CA}" destId="{FBF035A1-B62C-4BD5-913B-E163C541A0AF}" srcOrd="3" destOrd="0" presId="urn:microsoft.com/office/officeart/2005/8/layout/hProcess4"/>
    <dgm:cxn modelId="{D9459E50-9BF8-446C-8D0E-1E0F108BF905}" type="presParOf" srcId="{6984D155-D09E-4FFD-A474-A24BDD8789CA}" destId="{4BDF64B5-8D0D-468D-8BC7-0FC84E498CF5}" srcOrd="4" destOrd="0" presId="urn:microsoft.com/office/officeart/2005/8/layout/hProcess4"/>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CA15E4-6A1D-48DF-9449-016974557664}" type="doc">
      <dgm:prSet loTypeId="urn:microsoft.com/office/officeart/2005/8/layout/chart3" loCatId="relationship" qsTypeId="urn:microsoft.com/office/officeart/2005/8/quickstyle/simple1#4" qsCatId="simple" csTypeId="urn:microsoft.com/office/officeart/2005/8/colors/colorful4" csCatId="colorful" phldr="1"/>
      <dgm:spPr bwMode="auto"/>
    </dgm:pt>
    <dgm:pt modelId="{12AF9A11-4A2F-4D14-B979-4B67CAF87E2E}">
      <dgm:prSet phldrT="[Текст]" phldr="1"/>
      <dgm:spPr bwMode="auto"/>
      <dgm:t>
        <a:bodyPr/>
        <a:lstStyle/>
        <a:p>
          <a:pPr>
            <a:defRPr/>
          </a:pPr>
          <a:endParaRPr lang="ru-RU"/>
        </a:p>
      </dgm:t>
    </dgm:pt>
    <dgm:pt modelId="{131F02FE-8DA6-4B2A-B9EF-088A3A5F9C13}" type="parTrans" cxnId="{2C3DC55F-5ACD-416D-8F78-C17553B05383}">
      <dgm:prSet/>
      <dgm:spPr bwMode="auto"/>
      <dgm:t>
        <a:bodyPr/>
        <a:lstStyle/>
        <a:p>
          <a:pPr>
            <a:defRPr/>
          </a:pPr>
          <a:endParaRPr lang="ru-RU"/>
        </a:p>
      </dgm:t>
    </dgm:pt>
    <dgm:pt modelId="{3361242B-DA9D-4561-929E-EFE9E9F02855}" type="sibTrans" cxnId="{2C3DC55F-5ACD-416D-8F78-C17553B05383}">
      <dgm:prSet/>
      <dgm:spPr bwMode="auto"/>
      <dgm:t>
        <a:bodyPr/>
        <a:lstStyle/>
        <a:p>
          <a:pPr>
            <a:defRPr/>
          </a:pPr>
          <a:endParaRPr lang="ru-RU"/>
        </a:p>
      </dgm:t>
    </dgm:pt>
    <dgm:pt modelId="{A2E50D4D-0D96-4B44-B2F6-1C4210EB7FD9}">
      <dgm:prSet phldrT="[Текст]" phldr="1"/>
      <dgm:spPr bwMode="auto"/>
      <dgm:t>
        <a:bodyPr/>
        <a:lstStyle/>
        <a:p>
          <a:pPr>
            <a:defRPr/>
          </a:pPr>
          <a:endParaRPr lang="ru-RU"/>
        </a:p>
      </dgm:t>
    </dgm:pt>
    <dgm:pt modelId="{FEDAC56C-E6EF-45E0-A051-A2D8E91F9B9E}" type="parTrans" cxnId="{FAFACEA8-1C7A-4C6A-B3F0-4AA9B88A90FA}">
      <dgm:prSet/>
      <dgm:spPr bwMode="auto"/>
      <dgm:t>
        <a:bodyPr/>
        <a:lstStyle/>
        <a:p>
          <a:pPr>
            <a:defRPr/>
          </a:pPr>
          <a:endParaRPr lang="ru-RU"/>
        </a:p>
      </dgm:t>
    </dgm:pt>
    <dgm:pt modelId="{5D29F14A-2569-48FB-B480-CD82B24698AF}" type="sibTrans" cxnId="{FAFACEA8-1C7A-4C6A-B3F0-4AA9B88A90FA}">
      <dgm:prSet/>
      <dgm:spPr bwMode="auto"/>
      <dgm:t>
        <a:bodyPr/>
        <a:lstStyle/>
        <a:p>
          <a:pPr>
            <a:defRPr/>
          </a:pPr>
          <a:endParaRPr lang="ru-RU"/>
        </a:p>
      </dgm:t>
    </dgm:pt>
    <dgm:pt modelId="{53F5112B-4240-4B6E-8D89-7C922A84D3A6}">
      <dgm:prSet phldrT="[Текст]"/>
      <dgm:spPr bwMode="auto"/>
      <dgm:t>
        <a:bodyPr/>
        <a:lstStyle/>
        <a:p>
          <a:pPr>
            <a:defRPr/>
          </a:pPr>
          <a:br>
            <a:rPr lang="ru-RU"/>
          </a:br>
          <a:endParaRPr lang="ru-RU"/>
        </a:p>
      </dgm:t>
    </dgm:pt>
    <dgm:pt modelId="{06992AD3-4AA3-4AD9-9F03-6AE6C5459451}" type="parTrans" cxnId="{C209F191-6940-401F-A81B-E415F8340078}">
      <dgm:prSet/>
      <dgm:spPr bwMode="auto"/>
      <dgm:t>
        <a:bodyPr/>
        <a:lstStyle/>
        <a:p>
          <a:pPr>
            <a:defRPr/>
          </a:pPr>
          <a:endParaRPr lang="ru-RU"/>
        </a:p>
      </dgm:t>
    </dgm:pt>
    <dgm:pt modelId="{3C03E026-20B7-4248-9C08-CB847CF6045C}" type="sibTrans" cxnId="{C209F191-6940-401F-A81B-E415F8340078}">
      <dgm:prSet/>
      <dgm:spPr bwMode="auto"/>
      <dgm:t>
        <a:bodyPr/>
        <a:lstStyle/>
        <a:p>
          <a:pPr>
            <a:defRPr/>
          </a:pPr>
          <a:endParaRPr lang="ru-RU"/>
        </a:p>
      </dgm:t>
    </dgm:pt>
    <dgm:pt modelId="{9E45E0E3-11E3-46C9-B9DA-F11CA1B428BB}">
      <dgm:prSet phldrT="[Текст]"/>
      <dgm:spPr bwMode="auto"/>
      <dgm:t>
        <a:bodyPr/>
        <a:lstStyle/>
        <a:p>
          <a:pPr>
            <a:defRPr/>
          </a:pPr>
          <a:br>
            <a:rPr lang="ru-RU"/>
          </a:br>
          <a:endParaRPr lang="ru-RU"/>
        </a:p>
      </dgm:t>
    </dgm:pt>
    <dgm:pt modelId="{6CF8847E-88BE-4378-B2FA-28CA6CE3C576}" type="parTrans" cxnId="{08C0AC4B-0C66-4AA7-ADF2-EE7FD2EEF2CD}">
      <dgm:prSet/>
      <dgm:spPr bwMode="auto"/>
      <dgm:t>
        <a:bodyPr/>
        <a:lstStyle/>
        <a:p>
          <a:pPr>
            <a:defRPr/>
          </a:pPr>
          <a:endParaRPr lang="ru-RU"/>
        </a:p>
      </dgm:t>
    </dgm:pt>
    <dgm:pt modelId="{E02CFC8D-A231-4CE1-B109-730CD85C4B3C}" type="sibTrans" cxnId="{08C0AC4B-0C66-4AA7-ADF2-EE7FD2EEF2CD}">
      <dgm:prSet/>
      <dgm:spPr bwMode="auto"/>
      <dgm:t>
        <a:bodyPr/>
        <a:lstStyle/>
        <a:p>
          <a:pPr>
            <a:defRPr/>
          </a:pPr>
          <a:endParaRPr lang="ru-RU"/>
        </a:p>
      </dgm:t>
    </dgm:pt>
    <dgm:pt modelId="{ED797716-F04D-4F6C-BCDF-C85D8CC3BCF8}">
      <dgm:prSet phldrT="[Текст]"/>
      <dgm:spPr bwMode="auto"/>
      <dgm:t>
        <a:bodyPr/>
        <a:lstStyle/>
        <a:p>
          <a:pPr>
            <a:defRPr/>
          </a:pPr>
          <a:br>
            <a:rPr lang="ru-RU"/>
          </a:br>
          <a:endParaRPr lang="ru-RU"/>
        </a:p>
      </dgm:t>
    </dgm:pt>
    <dgm:pt modelId="{701B263C-2FE7-4893-B4AD-314B281C9409}" type="parTrans" cxnId="{4011450D-AA0E-4946-B048-B9EF5263DEAC}">
      <dgm:prSet/>
      <dgm:spPr bwMode="auto"/>
      <dgm:t>
        <a:bodyPr/>
        <a:lstStyle/>
        <a:p>
          <a:pPr>
            <a:defRPr/>
          </a:pPr>
          <a:endParaRPr lang="ru-RU"/>
        </a:p>
      </dgm:t>
    </dgm:pt>
    <dgm:pt modelId="{00270C13-11D3-4EC4-8D8F-0929E96398E0}" type="sibTrans" cxnId="{4011450D-AA0E-4946-B048-B9EF5263DEAC}">
      <dgm:prSet/>
      <dgm:spPr bwMode="auto"/>
      <dgm:t>
        <a:bodyPr/>
        <a:lstStyle/>
        <a:p>
          <a:pPr>
            <a:defRPr/>
          </a:pPr>
          <a:endParaRPr lang="ru-RU"/>
        </a:p>
      </dgm:t>
    </dgm:pt>
    <dgm:pt modelId="{18BD0721-B955-44F0-8F05-031739EE710C}">
      <dgm:prSet phldrT="[Текст]"/>
      <dgm:spPr bwMode="auto"/>
      <dgm:t>
        <a:bodyPr/>
        <a:lstStyle/>
        <a:p>
          <a:pPr>
            <a:defRPr/>
          </a:pPr>
          <a:br>
            <a:rPr lang="ru-RU"/>
          </a:br>
          <a:endParaRPr lang="ru-RU"/>
        </a:p>
      </dgm:t>
    </dgm:pt>
    <dgm:pt modelId="{82E168B4-C8EF-46DF-9FB6-C397F107EE5C}" type="parTrans" cxnId="{E2A991A0-A5BF-44F7-8EEC-1792369BCCAE}">
      <dgm:prSet/>
      <dgm:spPr bwMode="auto"/>
      <dgm:t>
        <a:bodyPr/>
        <a:lstStyle/>
        <a:p>
          <a:pPr>
            <a:defRPr/>
          </a:pPr>
          <a:endParaRPr lang="ru-RU"/>
        </a:p>
      </dgm:t>
    </dgm:pt>
    <dgm:pt modelId="{32BD85AD-21D2-4DD5-BF48-29CEA22C36FE}" type="sibTrans" cxnId="{E2A991A0-A5BF-44F7-8EEC-1792369BCCAE}">
      <dgm:prSet/>
      <dgm:spPr bwMode="auto"/>
      <dgm:t>
        <a:bodyPr/>
        <a:lstStyle/>
        <a:p>
          <a:pPr>
            <a:defRPr/>
          </a:pPr>
          <a:endParaRPr lang="ru-RU"/>
        </a:p>
      </dgm:t>
    </dgm:pt>
    <dgm:pt modelId="{94B962B0-BFB2-4E22-8852-A6621125A286}">
      <dgm:prSet phldrT="[Текст]"/>
      <dgm:spPr bwMode="auto"/>
      <dgm:t>
        <a:bodyPr/>
        <a:lstStyle/>
        <a:p>
          <a:pPr>
            <a:defRPr/>
          </a:pPr>
          <a:br>
            <a:rPr lang="ru-RU"/>
          </a:br>
          <a:endParaRPr lang="ru-RU"/>
        </a:p>
      </dgm:t>
    </dgm:pt>
    <dgm:pt modelId="{FBFB1F34-0992-4233-8F55-0C12F5AD37C2}" type="parTrans" cxnId="{1867B62A-9EB6-4B8D-921E-ADFD56C4DADB}">
      <dgm:prSet/>
      <dgm:spPr bwMode="auto"/>
      <dgm:t>
        <a:bodyPr/>
        <a:lstStyle/>
        <a:p>
          <a:pPr>
            <a:defRPr/>
          </a:pPr>
          <a:endParaRPr lang="ru-RU"/>
        </a:p>
      </dgm:t>
    </dgm:pt>
    <dgm:pt modelId="{AA40C4AD-AF8A-4252-AED9-77402A9F4826}" type="sibTrans" cxnId="{1867B62A-9EB6-4B8D-921E-ADFD56C4DADB}">
      <dgm:prSet/>
      <dgm:spPr bwMode="auto"/>
      <dgm:t>
        <a:bodyPr/>
        <a:lstStyle/>
        <a:p>
          <a:pPr>
            <a:defRPr/>
          </a:pPr>
          <a:endParaRPr lang="ru-RU"/>
        </a:p>
      </dgm:t>
    </dgm:pt>
    <dgm:pt modelId="{76719787-047B-47D2-A74F-A1685240534C}" type="pres">
      <dgm:prSet presAssocID="{0FCA15E4-6A1D-48DF-9449-016974557664}" presName="compositeShape" presStyleCnt="0">
        <dgm:presLayoutVars>
          <dgm:chMax val="7"/>
          <dgm:dir/>
          <dgm:resizeHandles val="exact"/>
        </dgm:presLayoutVars>
      </dgm:prSet>
      <dgm:spPr bwMode="auto"/>
    </dgm:pt>
    <dgm:pt modelId="{48D4592F-AC46-4F1C-A8F6-54B6EF7DB4BE}" type="pres">
      <dgm:prSet presAssocID="{0FCA15E4-6A1D-48DF-9449-016974557664}" presName="wedge1" presStyleLbl="node1" presStyleIdx="0" presStyleCnt="7"/>
      <dgm:spPr bwMode="auto"/>
    </dgm:pt>
    <dgm:pt modelId="{F96ECAC0-A90F-4BCB-8902-4670B1BC78D9}" type="pres">
      <dgm:prSet presAssocID="{0FCA15E4-6A1D-48DF-9449-016974557664}" presName="wedge1Tx" presStyleLbl="node1" presStyleIdx="0" presStyleCnt="7">
        <dgm:presLayoutVars>
          <dgm:chMax val="0"/>
          <dgm:chPref val="0"/>
          <dgm:bulletEnabled val="1"/>
        </dgm:presLayoutVars>
      </dgm:prSet>
      <dgm:spPr bwMode="auto"/>
    </dgm:pt>
    <dgm:pt modelId="{270B1912-86D8-4581-A237-D33252E39DD5}" type="pres">
      <dgm:prSet presAssocID="{0FCA15E4-6A1D-48DF-9449-016974557664}" presName="wedge2" presStyleLbl="node1" presStyleIdx="1" presStyleCnt="7"/>
      <dgm:spPr bwMode="auto"/>
    </dgm:pt>
    <dgm:pt modelId="{F99DC7BD-576A-4EBC-88AF-889B2BF49642}" type="pres">
      <dgm:prSet presAssocID="{0FCA15E4-6A1D-48DF-9449-016974557664}" presName="wedge2Tx" presStyleLbl="node1" presStyleIdx="1" presStyleCnt="7">
        <dgm:presLayoutVars>
          <dgm:chMax val="0"/>
          <dgm:chPref val="0"/>
          <dgm:bulletEnabled val="1"/>
        </dgm:presLayoutVars>
      </dgm:prSet>
      <dgm:spPr bwMode="auto"/>
    </dgm:pt>
    <dgm:pt modelId="{3A398875-4E46-4BF5-8342-B5B5F14225A1}" type="pres">
      <dgm:prSet presAssocID="{0FCA15E4-6A1D-48DF-9449-016974557664}" presName="wedge3" presStyleLbl="node1" presStyleIdx="2" presStyleCnt="7"/>
      <dgm:spPr bwMode="auto"/>
    </dgm:pt>
    <dgm:pt modelId="{61E3A3D2-B7B6-45AB-A330-261D79231B02}" type="pres">
      <dgm:prSet presAssocID="{0FCA15E4-6A1D-48DF-9449-016974557664}" presName="wedge3Tx" presStyleLbl="node1" presStyleIdx="2" presStyleCnt="7">
        <dgm:presLayoutVars>
          <dgm:chMax val="0"/>
          <dgm:chPref val="0"/>
          <dgm:bulletEnabled val="1"/>
        </dgm:presLayoutVars>
      </dgm:prSet>
      <dgm:spPr bwMode="auto"/>
    </dgm:pt>
    <dgm:pt modelId="{8C964A33-12D4-4298-931A-0098EA44663B}" type="pres">
      <dgm:prSet presAssocID="{0FCA15E4-6A1D-48DF-9449-016974557664}" presName="wedge4" presStyleLbl="node1" presStyleIdx="3" presStyleCnt="7"/>
      <dgm:spPr bwMode="auto"/>
    </dgm:pt>
    <dgm:pt modelId="{5380E227-9508-4C97-AEE3-E1045552B41F}" type="pres">
      <dgm:prSet presAssocID="{0FCA15E4-6A1D-48DF-9449-016974557664}" presName="wedge4Tx" presStyleLbl="node1" presStyleIdx="3" presStyleCnt="7">
        <dgm:presLayoutVars>
          <dgm:chMax val="0"/>
          <dgm:chPref val="0"/>
          <dgm:bulletEnabled val="1"/>
        </dgm:presLayoutVars>
      </dgm:prSet>
      <dgm:spPr bwMode="auto"/>
    </dgm:pt>
    <dgm:pt modelId="{F0FD3AF4-9BBB-4381-9815-F1BB890D2F55}" type="pres">
      <dgm:prSet presAssocID="{0FCA15E4-6A1D-48DF-9449-016974557664}" presName="wedge5" presStyleLbl="node1" presStyleIdx="4" presStyleCnt="7"/>
      <dgm:spPr bwMode="auto"/>
    </dgm:pt>
    <dgm:pt modelId="{1C5D69CC-C898-4127-9109-2BA6782340C4}" type="pres">
      <dgm:prSet presAssocID="{0FCA15E4-6A1D-48DF-9449-016974557664}" presName="wedge5Tx" presStyleLbl="node1" presStyleIdx="4" presStyleCnt="7">
        <dgm:presLayoutVars>
          <dgm:chMax val="0"/>
          <dgm:chPref val="0"/>
          <dgm:bulletEnabled val="1"/>
        </dgm:presLayoutVars>
      </dgm:prSet>
      <dgm:spPr bwMode="auto"/>
    </dgm:pt>
    <dgm:pt modelId="{A10EABC5-ACAA-456C-9D2F-B9498E650B37}" type="pres">
      <dgm:prSet presAssocID="{0FCA15E4-6A1D-48DF-9449-016974557664}" presName="wedge6" presStyleLbl="node1" presStyleIdx="5" presStyleCnt="7"/>
      <dgm:spPr bwMode="auto"/>
    </dgm:pt>
    <dgm:pt modelId="{59EB83CB-4580-4191-9B8A-8971E820DFA1}" type="pres">
      <dgm:prSet presAssocID="{0FCA15E4-6A1D-48DF-9449-016974557664}" presName="wedge6Tx" presStyleLbl="node1" presStyleIdx="5" presStyleCnt="7">
        <dgm:presLayoutVars>
          <dgm:chMax val="0"/>
          <dgm:chPref val="0"/>
          <dgm:bulletEnabled val="1"/>
        </dgm:presLayoutVars>
      </dgm:prSet>
      <dgm:spPr bwMode="auto"/>
    </dgm:pt>
    <dgm:pt modelId="{26F44D30-FBE5-4672-8998-D4076DB60DDB}" type="pres">
      <dgm:prSet presAssocID="{0FCA15E4-6A1D-48DF-9449-016974557664}" presName="wedge7" presStyleLbl="node1" presStyleIdx="6" presStyleCnt="7"/>
      <dgm:spPr bwMode="auto"/>
    </dgm:pt>
    <dgm:pt modelId="{7D167C70-881F-4DF2-AFF8-E17ADA74AD87}" type="pres">
      <dgm:prSet presAssocID="{0FCA15E4-6A1D-48DF-9449-016974557664}" presName="wedge7Tx" presStyleLbl="node1" presStyleIdx="6" presStyleCnt="7">
        <dgm:presLayoutVars>
          <dgm:chMax val="0"/>
          <dgm:chPref val="0"/>
          <dgm:bulletEnabled val="1"/>
        </dgm:presLayoutVars>
      </dgm:prSet>
      <dgm:spPr bwMode="auto"/>
    </dgm:pt>
  </dgm:ptLst>
  <dgm:cxnLst>
    <dgm:cxn modelId="{2E32C504-512E-4532-A72B-C27327A0CE53}" type="presOf" srcId="{94B962B0-BFB2-4E22-8852-A6621125A286}" destId="{26F44D30-FBE5-4672-8998-D4076DB60DDB}" srcOrd="0" destOrd="0" presId="urn:microsoft.com/office/officeart/2005/8/layout/chart3"/>
    <dgm:cxn modelId="{4011450D-AA0E-4946-B048-B9EF5263DEAC}" srcId="{0FCA15E4-6A1D-48DF-9449-016974557664}" destId="{ED797716-F04D-4F6C-BCDF-C85D8CC3BCF8}" srcOrd="4" destOrd="0" parTransId="{701B263C-2FE7-4893-B4AD-314B281C9409}" sibTransId="{00270C13-11D3-4EC4-8D8F-0929E96398E0}"/>
    <dgm:cxn modelId="{1D25AB10-43E2-4BAF-8001-1734D9EB74E4}" type="presOf" srcId="{12AF9A11-4A2F-4D14-B979-4B67CAF87E2E}" destId="{48D4592F-AC46-4F1C-A8F6-54B6EF7DB4BE}" srcOrd="0" destOrd="0" presId="urn:microsoft.com/office/officeart/2005/8/layout/chart3"/>
    <dgm:cxn modelId="{8A03CF12-5519-4449-85B1-49B84B07C4EC}" type="presOf" srcId="{53F5112B-4240-4B6E-8D89-7C922A84D3A6}" destId="{61E3A3D2-B7B6-45AB-A330-261D79231B02}" srcOrd="1" destOrd="0" presId="urn:microsoft.com/office/officeart/2005/8/layout/chart3"/>
    <dgm:cxn modelId="{1867B62A-9EB6-4B8D-921E-ADFD56C4DADB}" srcId="{0FCA15E4-6A1D-48DF-9449-016974557664}" destId="{94B962B0-BFB2-4E22-8852-A6621125A286}" srcOrd="6" destOrd="0" parTransId="{FBFB1F34-0992-4233-8F55-0C12F5AD37C2}" sibTransId="{AA40C4AD-AF8A-4252-AED9-77402A9F4826}"/>
    <dgm:cxn modelId="{89597F3E-4D9E-4100-8DB4-CD824D3185DD}" type="presOf" srcId="{ED797716-F04D-4F6C-BCDF-C85D8CC3BCF8}" destId="{F0FD3AF4-9BBB-4381-9815-F1BB890D2F55}" srcOrd="0" destOrd="0" presId="urn:microsoft.com/office/officeart/2005/8/layout/chart3"/>
    <dgm:cxn modelId="{2C3DC55F-5ACD-416D-8F78-C17553B05383}" srcId="{0FCA15E4-6A1D-48DF-9449-016974557664}" destId="{12AF9A11-4A2F-4D14-B979-4B67CAF87E2E}" srcOrd="0" destOrd="0" parTransId="{131F02FE-8DA6-4B2A-B9EF-088A3A5F9C13}" sibTransId="{3361242B-DA9D-4561-929E-EFE9E9F02855}"/>
    <dgm:cxn modelId="{062A5F43-44BB-4629-9F12-61CD144961CC}" type="presOf" srcId="{94B962B0-BFB2-4E22-8852-A6621125A286}" destId="{7D167C70-881F-4DF2-AFF8-E17ADA74AD87}" srcOrd="1" destOrd="0" presId="urn:microsoft.com/office/officeart/2005/8/layout/chart3"/>
    <dgm:cxn modelId="{08C0AC4B-0C66-4AA7-ADF2-EE7FD2EEF2CD}" srcId="{0FCA15E4-6A1D-48DF-9449-016974557664}" destId="{9E45E0E3-11E3-46C9-B9DA-F11CA1B428BB}" srcOrd="3" destOrd="0" parTransId="{6CF8847E-88BE-4378-B2FA-28CA6CE3C576}" sibTransId="{E02CFC8D-A231-4CE1-B109-730CD85C4B3C}"/>
    <dgm:cxn modelId="{0FBAB154-DFDD-4915-A47F-946E67BE3D21}" type="presOf" srcId="{53F5112B-4240-4B6E-8D89-7C922A84D3A6}" destId="{3A398875-4E46-4BF5-8342-B5B5F14225A1}" srcOrd="0" destOrd="0" presId="urn:microsoft.com/office/officeart/2005/8/layout/chart3"/>
    <dgm:cxn modelId="{6E1AF17B-F689-410A-9960-0A7BAAD5806A}" type="presOf" srcId="{A2E50D4D-0D96-4B44-B2F6-1C4210EB7FD9}" destId="{270B1912-86D8-4581-A237-D33252E39DD5}" srcOrd="0" destOrd="0" presId="urn:microsoft.com/office/officeart/2005/8/layout/chart3"/>
    <dgm:cxn modelId="{998B248D-193F-4A8D-93B8-0A2CD5DF1247}" type="presOf" srcId="{18BD0721-B955-44F0-8F05-031739EE710C}" destId="{A10EABC5-ACAA-456C-9D2F-B9498E650B37}" srcOrd="0" destOrd="0" presId="urn:microsoft.com/office/officeart/2005/8/layout/chart3"/>
    <dgm:cxn modelId="{C209F191-6940-401F-A81B-E415F8340078}" srcId="{0FCA15E4-6A1D-48DF-9449-016974557664}" destId="{53F5112B-4240-4B6E-8D89-7C922A84D3A6}" srcOrd="2" destOrd="0" parTransId="{06992AD3-4AA3-4AD9-9F03-6AE6C5459451}" sibTransId="{3C03E026-20B7-4248-9C08-CB847CF6045C}"/>
    <dgm:cxn modelId="{E2A991A0-A5BF-44F7-8EEC-1792369BCCAE}" srcId="{0FCA15E4-6A1D-48DF-9449-016974557664}" destId="{18BD0721-B955-44F0-8F05-031739EE710C}" srcOrd="5" destOrd="0" parTransId="{82E168B4-C8EF-46DF-9FB6-C397F107EE5C}" sibTransId="{32BD85AD-21D2-4DD5-BF48-29CEA22C36FE}"/>
    <dgm:cxn modelId="{FAFACEA8-1C7A-4C6A-B3F0-4AA9B88A90FA}" srcId="{0FCA15E4-6A1D-48DF-9449-016974557664}" destId="{A2E50D4D-0D96-4B44-B2F6-1C4210EB7FD9}" srcOrd="1" destOrd="0" parTransId="{FEDAC56C-E6EF-45E0-A051-A2D8E91F9B9E}" sibTransId="{5D29F14A-2569-48FB-B480-CD82B24698AF}"/>
    <dgm:cxn modelId="{B2C5DAA9-A254-4F15-B690-E6D8DD80C8F4}" type="presOf" srcId="{18BD0721-B955-44F0-8F05-031739EE710C}" destId="{59EB83CB-4580-4191-9B8A-8971E820DFA1}" srcOrd="1" destOrd="0" presId="urn:microsoft.com/office/officeart/2005/8/layout/chart3"/>
    <dgm:cxn modelId="{5E5E24BB-5547-462C-A02F-6E56E0107186}" type="presOf" srcId="{12AF9A11-4A2F-4D14-B979-4B67CAF87E2E}" destId="{F96ECAC0-A90F-4BCB-8902-4670B1BC78D9}" srcOrd="1" destOrd="0" presId="urn:microsoft.com/office/officeart/2005/8/layout/chart3"/>
    <dgm:cxn modelId="{5D341CCB-D98C-4DF3-BBC4-C1C9CE56902C}" type="presOf" srcId="{9E45E0E3-11E3-46C9-B9DA-F11CA1B428BB}" destId="{5380E227-9508-4C97-AEE3-E1045552B41F}" srcOrd="1" destOrd="0" presId="urn:microsoft.com/office/officeart/2005/8/layout/chart3"/>
    <dgm:cxn modelId="{9A6A1AF5-FE03-4F39-9917-6CF809DEF680}" type="presOf" srcId="{0FCA15E4-6A1D-48DF-9449-016974557664}" destId="{76719787-047B-47D2-A74F-A1685240534C}" srcOrd="0" destOrd="0" presId="urn:microsoft.com/office/officeart/2005/8/layout/chart3"/>
    <dgm:cxn modelId="{16CFB8F9-DB6C-4EEB-BDB8-4471C7BFD820}" type="presOf" srcId="{A2E50D4D-0D96-4B44-B2F6-1C4210EB7FD9}" destId="{F99DC7BD-576A-4EBC-88AF-889B2BF49642}" srcOrd="1" destOrd="0" presId="urn:microsoft.com/office/officeart/2005/8/layout/chart3"/>
    <dgm:cxn modelId="{250823FD-9C1B-456C-982B-84A0F094A075}" type="presOf" srcId="{ED797716-F04D-4F6C-BCDF-C85D8CC3BCF8}" destId="{1C5D69CC-C898-4127-9109-2BA6782340C4}" srcOrd="1" destOrd="0" presId="urn:microsoft.com/office/officeart/2005/8/layout/chart3"/>
    <dgm:cxn modelId="{9E0A24FD-E61C-436C-A46F-8DAAEBAAF370}" type="presOf" srcId="{9E45E0E3-11E3-46C9-B9DA-F11CA1B428BB}" destId="{8C964A33-12D4-4298-931A-0098EA44663B}" srcOrd="0" destOrd="0" presId="urn:microsoft.com/office/officeart/2005/8/layout/chart3"/>
    <dgm:cxn modelId="{81E55167-6FED-44B2-BE13-8D549C212040}" type="presParOf" srcId="{76719787-047B-47D2-A74F-A1685240534C}" destId="{48D4592F-AC46-4F1C-A8F6-54B6EF7DB4BE}" srcOrd="0" destOrd="0" presId="urn:microsoft.com/office/officeart/2005/8/layout/chart3"/>
    <dgm:cxn modelId="{1871C84A-F0E6-4BB6-9AC9-96926ECF2781}" type="presParOf" srcId="{76719787-047B-47D2-A74F-A1685240534C}" destId="{F96ECAC0-A90F-4BCB-8902-4670B1BC78D9}" srcOrd="1" destOrd="0" presId="urn:microsoft.com/office/officeart/2005/8/layout/chart3"/>
    <dgm:cxn modelId="{2CDEA471-8C3D-484C-931F-974EBA4417F6}" type="presParOf" srcId="{76719787-047B-47D2-A74F-A1685240534C}" destId="{270B1912-86D8-4581-A237-D33252E39DD5}" srcOrd="2" destOrd="0" presId="urn:microsoft.com/office/officeart/2005/8/layout/chart3"/>
    <dgm:cxn modelId="{D214E84F-282C-471F-A05B-50124ACB2A33}" type="presParOf" srcId="{76719787-047B-47D2-A74F-A1685240534C}" destId="{F99DC7BD-576A-4EBC-88AF-889B2BF49642}" srcOrd="3" destOrd="0" presId="urn:microsoft.com/office/officeart/2005/8/layout/chart3"/>
    <dgm:cxn modelId="{9684027F-F5F2-4825-A389-A68D31162776}" type="presParOf" srcId="{76719787-047B-47D2-A74F-A1685240534C}" destId="{3A398875-4E46-4BF5-8342-B5B5F14225A1}" srcOrd="4" destOrd="0" presId="urn:microsoft.com/office/officeart/2005/8/layout/chart3"/>
    <dgm:cxn modelId="{2C281A58-1D0E-4826-B493-2F42B5DFA18A}" type="presParOf" srcId="{76719787-047B-47D2-A74F-A1685240534C}" destId="{61E3A3D2-B7B6-45AB-A330-261D79231B02}" srcOrd="5" destOrd="0" presId="urn:microsoft.com/office/officeart/2005/8/layout/chart3"/>
    <dgm:cxn modelId="{F2DC5071-E521-4296-BE1C-A66ACDEC3A7D}" type="presParOf" srcId="{76719787-047B-47D2-A74F-A1685240534C}" destId="{8C964A33-12D4-4298-931A-0098EA44663B}" srcOrd="6" destOrd="0" presId="urn:microsoft.com/office/officeart/2005/8/layout/chart3"/>
    <dgm:cxn modelId="{AFF89DA6-1FF5-4EC3-B1AE-BE8289E8108A}" type="presParOf" srcId="{76719787-047B-47D2-A74F-A1685240534C}" destId="{5380E227-9508-4C97-AEE3-E1045552B41F}" srcOrd="7" destOrd="0" presId="urn:microsoft.com/office/officeart/2005/8/layout/chart3"/>
    <dgm:cxn modelId="{B9FBC967-3A0D-4735-9D7B-BC58BDDB6A00}" type="presParOf" srcId="{76719787-047B-47D2-A74F-A1685240534C}" destId="{F0FD3AF4-9BBB-4381-9815-F1BB890D2F55}" srcOrd="8" destOrd="0" presId="urn:microsoft.com/office/officeart/2005/8/layout/chart3"/>
    <dgm:cxn modelId="{5692DFED-7DC1-4BA4-A9BD-B7A115A9A771}" type="presParOf" srcId="{76719787-047B-47D2-A74F-A1685240534C}" destId="{1C5D69CC-C898-4127-9109-2BA6782340C4}" srcOrd="9" destOrd="0" presId="urn:microsoft.com/office/officeart/2005/8/layout/chart3"/>
    <dgm:cxn modelId="{5457E8A6-50D3-495A-86D5-1A1C83502D6A}" type="presParOf" srcId="{76719787-047B-47D2-A74F-A1685240534C}" destId="{A10EABC5-ACAA-456C-9D2F-B9498E650B37}" srcOrd="10" destOrd="0" presId="urn:microsoft.com/office/officeart/2005/8/layout/chart3"/>
    <dgm:cxn modelId="{2BFFB89C-B198-4B35-BA94-8DC00A944A8D}" type="presParOf" srcId="{76719787-047B-47D2-A74F-A1685240534C}" destId="{59EB83CB-4580-4191-9B8A-8971E820DFA1}" srcOrd="11" destOrd="0" presId="urn:microsoft.com/office/officeart/2005/8/layout/chart3"/>
    <dgm:cxn modelId="{5A898B53-D297-4B24-A9A1-BE3554E041D1}" type="presParOf" srcId="{76719787-047B-47D2-A74F-A1685240534C}" destId="{26F44D30-FBE5-4672-8998-D4076DB60DDB}" srcOrd="12" destOrd="0" presId="urn:microsoft.com/office/officeart/2005/8/layout/chart3"/>
    <dgm:cxn modelId="{B60C4155-9FDC-4BDA-A1AD-7FE2110CF2A8}" type="presParOf" srcId="{76719787-047B-47D2-A74F-A1685240534C}" destId="{7D167C70-881F-4DF2-AFF8-E17ADA74AD87}" srcOrd="13" destOrd="0" presId="urn:microsoft.com/office/officeart/2005/8/layout/chart3"/>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A8B4F2-1287-4A8C-B685-7CD500488201}" type="doc">
      <dgm:prSet loTypeId="urn:microsoft.com/office/officeart/2005/8/layout/orgChart1#1" loCatId="hierarchy" qsTypeId="urn:microsoft.com/office/officeart/2005/8/quickstyle/simple1#5" qsCatId="simple" csTypeId="urn:microsoft.com/office/officeart/2005/8/colors/accent1_2" csCatId="accent1" phldr="1"/>
      <dgm:spPr bwMode="auto"/>
      <dgm:t>
        <a:bodyPr/>
        <a:lstStyle/>
        <a:p>
          <a:pPr>
            <a:defRPr/>
          </a:pPr>
          <a:endParaRPr lang="ru-RU"/>
        </a:p>
      </dgm:t>
    </dgm:pt>
    <dgm:pt modelId="{C46021B8-C274-477D-9B3E-60E64D13D527}">
      <dgm:prSet phldrT="[Текст]" phldr="1"/>
      <dgm:spPr bwMode="auto"/>
      <dgm:t>
        <a:bodyPr/>
        <a:lstStyle/>
        <a:p>
          <a:pPr>
            <a:defRPr/>
          </a:pPr>
          <a:endParaRPr lang="ru-RU"/>
        </a:p>
      </dgm:t>
    </dgm:pt>
    <dgm:pt modelId="{D1B787C6-F3C9-4F2C-9FDE-4D5BF03B68B4}" type="parTrans" cxnId="{EC088A0D-272A-412D-A12E-25ECF85233CB}">
      <dgm:prSet/>
      <dgm:spPr bwMode="auto"/>
      <dgm:t>
        <a:bodyPr/>
        <a:lstStyle/>
        <a:p>
          <a:pPr>
            <a:defRPr/>
          </a:pPr>
          <a:endParaRPr lang="ru-RU"/>
        </a:p>
      </dgm:t>
    </dgm:pt>
    <dgm:pt modelId="{BFD3604E-054B-40C9-9810-B6153D3CE2A6}" type="sibTrans" cxnId="{EC088A0D-272A-412D-A12E-25ECF85233CB}">
      <dgm:prSet/>
      <dgm:spPr bwMode="auto"/>
      <dgm:t>
        <a:bodyPr/>
        <a:lstStyle/>
        <a:p>
          <a:pPr>
            <a:defRPr/>
          </a:pPr>
          <a:endParaRPr lang="ru-RU"/>
        </a:p>
      </dgm:t>
    </dgm:pt>
    <dgm:pt modelId="{53B56C05-5CA2-428F-A19C-0FAD5FCE6BE5}" type="asst">
      <dgm:prSet phldrT="[Текст]" phldr="1"/>
      <dgm:spPr bwMode="auto"/>
      <dgm:t>
        <a:bodyPr/>
        <a:lstStyle/>
        <a:p>
          <a:pPr>
            <a:defRPr/>
          </a:pPr>
          <a:endParaRPr lang="ru-RU"/>
        </a:p>
      </dgm:t>
    </dgm:pt>
    <dgm:pt modelId="{AB7F0FBB-A1AA-4198-BD04-289AAE50092A}" type="parTrans" cxnId="{4EF5FFD7-70CF-46BB-9572-22996429D924}">
      <dgm:prSet/>
      <dgm:spPr bwMode="auto"/>
      <dgm:t>
        <a:bodyPr/>
        <a:lstStyle/>
        <a:p>
          <a:pPr>
            <a:defRPr/>
          </a:pPr>
          <a:endParaRPr lang="ru-RU"/>
        </a:p>
      </dgm:t>
    </dgm:pt>
    <dgm:pt modelId="{F7D2C1CB-8742-41A6-BE6B-D2592C4AB642}" type="sibTrans" cxnId="{4EF5FFD7-70CF-46BB-9572-22996429D924}">
      <dgm:prSet/>
      <dgm:spPr bwMode="auto"/>
      <dgm:t>
        <a:bodyPr/>
        <a:lstStyle/>
        <a:p>
          <a:pPr>
            <a:defRPr/>
          </a:pPr>
          <a:endParaRPr lang="ru-RU"/>
        </a:p>
      </dgm:t>
    </dgm:pt>
    <dgm:pt modelId="{E9C44C83-A3F4-4036-AC08-0589FD9A4217}">
      <dgm:prSet phldrT="[Текст]" phldr="1"/>
      <dgm:spPr bwMode="auto"/>
      <dgm:t>
        <a:bodyPr/>
        <a:lstStyle/>
        <a:p>
          <a:pPr>
            <a:defRPr/>
          </a:pPr>
          <a:endParaRPr lang="ru-RU"/>
        </a:p>
      </dgm:t>
    </dgm:pt>
    <dgm:pt modelId="{F5180021-6182-41E6-9E82-55515CBE788C}" type="parTrans" cxnId="{17175166-1DB9-4359-B7AA-3D966849D3AA}">
      <dgm:prSet/>
      <dgm:spPr bwMode="auto"/>
      <dgm:t>
        <a:bodyPr/>
        <a:lstStyle/>
        <a:p>
          <a:pPr>
            <a:defRPr/>
          </a:pPr>
          <a:endParaRPr lang="ru-RU"/>
        </a:p>
      </dgm:t>
    </dgm:pt>
    <dgm:pt modelId="{8FEC79DE-E4E1-4439-A1C5-A6D364ED5DAB}" type="sibTrans" cxnId="{17175166-1DB9-4359-B7AA-3D966849D3AA}">
      <dgm:prSet/>
      <dgm:spPr bwMode="auto"/>
      <dgm:t>
        <a:bodyPr/>
        <a:lstStyle/>
        <a:p>
          <a:pPr>
            <a:defRPr/>
          </a:pPr>
          <a:endParaRPr lang="ru-RU"/>
        </a:p>
      </dgm:t>
    </dgm:pt>
    <dgm:pt modelId="{E9E228D9-18C7-4974-9A85-D192BD8AF3FC}">
      <dgm:prSet phldrT="[Текст]" phldr="1"/>
      <dgm:spPr bwMode="auto"/>
      <dgm:t>
        <a:bodyPr/>
        <a:lstStyle/>
        <a:p>
          <a:pPr>
            <a:defRPr/>
          </a:pPr>
          <a:endParaRPr lang="ru-RU"/>
        </a:p>
      </dgm:t>
    </dgm:pt>
    <dgm:pt modelId="{3ED808D1-97AF-4859-BAD0-B7824E2DDAAE}" type="parTrans" cxnId="{A489CC49-016C-46CA-A1A7-2A442BAC6241}">
      <dgm:prSet/>
      <dgm:spPr bwMode="auto"/>
      <dgm:t>
        <a:bodyPr/>
        <a:lstStyle/>
        <a:p>
          <a:pPr>
            <a:defRPr/>
          </a:pPr>
          <a:endParaRPr lang="ru-RU"/>
        </a:p>
      </dgm:t>
    </dgm:pt>
    <dgm:pt modelId="{98A02E0E-0CF9-422D-B97D-255EFA0AA96B}" type="sibTrans" cxnId="{A489CC49-016C-46CA-A1A7-2A442BAC6241}">
      <dgm:prSet/>
      <dgm:spPr bwMode="auto"/>
      <dgm:t>
        <a:bodyPr/>
        <a:lstStyle/>
        <a:p>
          <a:pPr>
            <a:defRPr/>
          </a:pPr>
          <a:endParaRPr lang="ru-RU"/>
        </a:p>
      </dgm:t>
    </dgm:pt>
    <dgm:pt modelId="{68ECD7B9-E2B1-4AB2-A74C-3FAF57E75168}">
      <dgm:prSet phldrT="[Текст]" phldr="1"/>
      <dgm:spPr bwMode="auto"/>
      <dgm:t>
        <a:bodyPr/>
        <a:lstStyle/>
        <a:p>
          <a:pPr>
            <a:defRPr/>
          </a:pPr>
          <a:endParaRPr lang="ru-RU"/>
        </a:p>
      </dgm:t>
    </dgm:pt>
    <dgm:pt modelId="{62A8BDBB-6A5D-4FC3-BB57-857072F7E921}" type="parTrans" cxnId="{9466CFC9-BF82-43E3-9FE6-81D49017338C}">
      <dgm:prSet/>
      <dgm:spPr bwMode="auto"/>
      <dgm:t>
        <a:bodyPr/>
        <a:lstStyle/>
        <a:p>
          <a:pPr>
            <a:defRPr/>
          </a:pPr>
          <a:endParaRPr lang="ru-RU"/>
        </a:p>
      </dgm:t>
    </dgm:pt>
    <dgm:pt modelId="{30C02EF2-FB47-42D8-9A9A-B11F3A619333}" type="sibTrans" cxnId="{9466CFC9-BF82-43E3-9FE6-81D49017338C}">
      <dgm:prSet/>
      <dgm:spPr bwMode="auto"/>
      <dgm:t>
        <a:bodyPr/>
        <a:lstStyle/>
        <a:p>
          <a:pPr>
            <a:defRPr/>
          </a:pPr>
          <a:endParaRPr lang="ru-RU"/>
        </a:p>
      </dgm:t>
    </dgm:pt>
    <dgm:pt modelId="{F578E566-9816-4585-AA51-C42F43F68322}" type="pres">
      <dgm:prSet presAssocID="{38A8B4F2-1287-4A8C-B685-7CD500488201}" presName="hierChild1" presStyleCnt="0">
        <dgm:presLayoutVars>
          <dgm:chPref val="1"/>
          <dgm:dir/>
          <dgm:animOne val="branch"/>
          <dgm:animLvl val="lvl"/>
          <dgm:resizeHandles val="exact"/>
        </dgm:presLayoutVars>
      </dgm:prSet>
      <dgm:spPr bwMode="auto"/>
    </dgm:pt>
    <dgm:pt modelId="{DA2ACB6D-7600-4794-8BEF-D5E0CC80500A}" type="pres">
      <dgm:prSet presAssocID="{C46021B8-C274-477D-9B3E-60E64D13D527}" presName="hierRoot1" presStyleCnt="0">
        <dgm:presLayoutVars>
          <dgm:hierBranch val="init"/>
        </dgm:presLayoutVars>
      </dgm:prSet>
      <dgm:spPr bwMode="auto"/>
    </dgm:pt>
    <dgm:pt modelId="{C1A681DB-7E1B-4041-BA3A-948CF39ABE0B}" type="pres">
      <dgm:prSet presAssocID="{C46021B8-C274-477D-9B3E-60E64D13D527}" presName="rootComposite1" presStyleCnt="0"/>
      <dgm:spPr bwMode="auto"/>
    </dgm:pt>
    <dgm:pt modelId="{05156277-056E-4AFC-AEA5-44595AE9D890}" type="pres">
      <dgm:prSet presAssocID="{C46021B8-C274-477D-9B3E-60E64D13D527}" presName="rootText1" presStyleLbl="node0" presStyleIdx="0" presStyleCnt="1" custScaleY="62822" custLinFactNeighborX="19681" custLinFactNeighborY="9798">
        <dgm:presLayoutVars>
          <dgm:chPref val="3"/>
        </dgm:presLayoutVars>
      </dgm:prSet>
      <dgm:spPr bwMode="auto"/>
    </dgm:pt>
    <dgm:pt modelId="{370C6E9D-BF69-40E8-81F2-C3FD9B5A4780}" type="pres">
      <dgm:prSet presAssocID="{C46021B8-C274-477D-9B3E-60E64D13D527}" presName="rootConnector1" presStyleLbl="node1" presStyleIdx="0" presStyleCnt="0"/>
      <dgm:spPr bwMode="auto"/>
    </dgm:pt>
    <dgm:pt modelId="{0BDDE309-5B67-4D5A-94EB-263AC652CE6A}" type="pres">
      <dgm:prSet presAssocID="{C46021B8-C274-477D-9B3E-60E64D13D527}" presName="hierChild2" presStyleCnt="0"/>
      <dgm:spPr bwMode="auto"/>
    </dgm:pt>
    <dgm:pt modelId="{E488D139-D1F8-4A98-BB25-B3B0BAB97AAC}" type="pres">
      <dgm:prSet presAssocID="{F5180021-6182-41E6-9E82-55515CBE788C}" presName="Name37" presStyleLbl="parChTrans1D2" presStyleIdx="0" presStyleCnt="4"/>
      <dgm:spPr bwMode="auto"/>
    </dgm:pt>
    <dgm:pt modelId="{19CA0C8A-8E7C-44FB-8F4E-76D7B651787C}" type="pres">
      <dgm:prSet presAssocID="{E9C44C83-A3F4-4036-AC08-0589FD9A4217}" presName="hierRoot2" presStyleCnt="0">
        <dgm:presLayoutVars>
          <dgm:hierBranch val="init"/>
        </dgm:presLayoutVars>
      </dgm:prSet>
      <dgm:spPr bwMode="auto"/>
    </dgm:pt>
    <dgm:pt modelId="{E3CE2E14-61B6-4025-A58E-868E5A6D44CF}" type="pres">
      <dgm:prSet presAssocID="{E9C44C83-A3F4-4036-AC08-0589FD9A4217}" presName="rootComposite" presStyleCnt="0"/>
      <dgm:spPr bwMode="auto"/>
    </dgm:pt>
    <dgm:pt modelId="{157E65B6-DBBA-435C-A994-B243EA31C7BF}" type="pres">
      <dgm:prSet presAssocID="{E9C44C83-A3F4-4036-AC08-0589FD9A4217}" presName="rootText" presStyleLbl="node2" presStyleIdx="0" presStyleCnt="3" custScaleY="62822">
        <dgm:presLayoutVars>
          <dgm:chPref val="3"/>
        </dgm:presLayoutVars>
      </dgm:prSet>
      <dgm:spPr bwMode="auto"/>
    </dgm:pt>
    <dgm:pt modelId="{FBC210AD-E36D-4B9A-9DE1-C559795410D4}" type="pres">
      <dgm:prSet presAssocID="{E9C44C83-A3F4-4036-AC08-0589FD9A4217}" presName="rootConnector" presStyleLbl="node2" presStyleIdx="0" presStyleCnt="3"/>
      <dgm:spPr bwMode="auto"/>
    </dgm:pt>
    <dgm:pt modelId="{2F6C3B0C-6FC3-42EF-8A58-73EE6AF6CEBB}" type="pres">
      <dgm:prSet presAssocID="{E9C44C83-A3F4-4036-AC08-0589FD9A4217}" presName="hierChild4" presStyleCnt="0"/>
      <dgm:spPr bwMode="auto"/>
    </dgm:pt>
    <dgm:pt modelId="{A9C3479D-4C02-42E5-B561-035827369BBE}" type="pres">
      <dgm:prSet presAssocID="{E9C44C83-A3F4-4036-AC08-0589FD9A4217}" presName="hierChild5" presStyleCnt="0"/>
      <dgm:spPr bwMode="auto"/>
    </dgm:pt>
    <dgm:pt modelId="{F6EEAC72-CA9B-4599-81A3-2F67CA23BDDD}" type="pres">
      <dgm:prSet presAssocID="{3ED808D1-97AF-4859-BAD0-B7824E2DDAAE}" presName="Name37" presStyleLbl="parChTrans1D2" presStyleIdx="1" presStyleCnt="4"/>
      <dgm:spPr bwMode="auto"/>
    </dgm:pt>
    <dgm:pt modelId="{2A68E487-2319-485C-BAF2-A85CD25F90FC}" type="pres">
      <dgm:prSet presAssocID="{E9E228D9-18C7-4974-9A85-D192BD8AF3FC}" presName="hierRoot2" presStyleCnt="0">
        <dgm:presLayoutVars>
          <dgm:hierBranch val="init"/>
        </dgm:presLayoutVars>
      </dgm:prSet>
      <dgm:spPr bwMode="auto"/>
    </dgm:pt>
    <dgm:pt modelId="{907EED4E-41EB-4262-A50E-498BA2AD7823}" type="pres">
      <dgm:prSet presAssocID="{E9E228D9-18C7-4974-9A85-D192BD8AF3FC}" presName="rootComposite" presStyleCnt="0"/>
      <dgm:spPr bwMode="auto"/>
    </dgm:pt>
    <dgm:pt modelId="{4FCC8D14-0950-4BB3-8BBE-448D00FC7CBA}" type="pres">
      <dgm:prSet presAssocID="{E9E228D9-18C7-4974-9A85-D192BD8AF3FC}" presName="rootText" presStyleLbl="node2" presStyleIdx="1" presStyleCnt="3" custScaleY="62822">
        <dgm:presLayoutVars>
          <dgm:chPref val="3"/>
        </dgm:presLayoutVars>
      </dgm:prSet>
      <dgm:spPr bwMode="auto"/>
    </dgm:pt>
    <dgm:pt modelId="{2B5F9F58-DCA6-44D1-A206-8EE3ED62CEDA}" type="pres">
      <dgm:prSet presAssocID="{E9E228D9-18C7-4974-9A85-D192BD8AF3FC}" presName="rootConnector" presStyleLbl="node2" presStyleIdx="1" presStyleCnt="3"/>
      <dgm:spPr bwMode="auto"/>
    </dgm:pt>
    <dgm:pt modelId="{88DA9712-68E0-4C6E-BF46-2E5F93F6BF2F}" type="pres">
      <dgm:prSet presAssocID="{E9E228D9-18C7-4974-9A85-D192BD8AF3FC}" presName="hierChild4" presStyleCnt="0"/>
      <dgm:spPr bwMode="auto"/>
    </dgm:pt>
    <dgm:pt modelId="{69B46357-D4ED-4BDA-8F77-058DDC29BD58}" type="pres">
      <dgm:prSet presAssocID="{E9E228D9-18C7-4974-9A85-D192BD8AF3FC}" presName="hierChild5" presStyleCnt="0"/>
      <dgm:spPr bwMode="auto"/>
    </dgm:pt>
    <dgm:pt modelId="{E38EC4CC-6E31-4955-82BC-88806464C9ED}" type="pres">
      <dgm:prSet presAssocID="{62A8BDBB-6A5D-4FC3-BB57-857072F7E921}" presName="Name37" presStyleLbl="parChTrans1D2" presStyleIdx="2" presStyleCnt="4"/>
      <dgm:spPr bwMode="auto"/>
    </dgm:pt>
    <dgm:pt modelId="{5EB3E377-54F6-419D-AB90-AB55AAAB56EE}" type="pres">
      <dgm:prSet presAssocID="{68ECD7B9-E2B1-4AB2-A74C-3FAF57E75168}" presName="hierRoot2" presStyleCnt="0">
        <dgm:presLayoutVars>
          <dgm:hierBranch val="init"/>
        </dgm:presLayoutVars>
      </dgm:prSet>
      <dgm:spPr bwMode="auto"/>
    </dgm:pt>
    <dgm:pt modelId="{236EB173-6A1E-4E91-9A19-F870750EFAC9}" type="pres">
      <dgm:prSet presAssocID="{68ECD7B9-E2B1-4AB2-A74C-3FAF57E75168}" presName="rootComposite" presStyleCnt="0"/>
      <dgm:spPr bwMode="auto"/>
    </dgm:pt>
    <dgm:pt modelId="{96170C1A-7A10-49B7-942E-33D60C4D402F}" type="pres">
      <dgm:prSet presAssocID="{68ECD7B9-E2B1-4AB2-A74C-3FAF57E75168}" presName="rootText" presStyleLbl="node2" presStyleIdx="2" presStyleCnt="3" custScaleY="62822">
        <dgm:presLayoutVars>
          <dgm:chPref val="3"/>
        </dgm:presLayoutVars>
      </dgm:prSet>
      <dgm:spPr bwMode="auto"/>
    </dgm:pt>
    <dgm:pt modelId="{570D4DDF-9786-43E6-84F2-E87380C4BD06}" type="pres">
      <dgm:prSet presAssocID="{68ECD7B9-E2B1-4AB2-A74C-3FAF57E75168}" presName="rootConnector" presStyleLbl="node2" presStyleIdx="2" presStyleCnt="3"/>
      <dgm:spPr bwMode="auto"/>
    </dgm:pt>
    <dgm:pt modelId="{8DAC6776-C170-4F66-9E06-2179C1DD718D}" type="pres">
      <dgm:prSet presAssocID="{68ECD7B9-E2B1-4AB2-A74C-3FAF57E75168}" presName="hierChild4" presStyleCnt="0"/>
      <dgm:spPr bwMode="auto"/>
    </dgm:pt>
    <dgm:pt modelId="{CCC19972-B350-4B72-B790-7F6B553FEEA9}" type="pres">
      <dgm:prSet presAssocID="{68ECD7B9-E2B1-4AB2-A74C-3FAF57E75168}" presName="hierChild5" presStyleCnt="0"/>
      <dgm:spPr bwMode="auto"/>
    </dgm:pt>
    <dgm:pt modelId="{FE130D89-DBEF-4F4C-AB33-F0BA432D92CA}" type="pres">
      <dgm:prSet presAssocID="{C46021B8-C274-477D-9B3E-60E64D13D527}" presName="hierChild3" presStyleCnt="0"/>
      <dgm:spPr bwMode="auto"/>
    </dgm:pt>
    <dgm:pt modelId="{850FE07C-5874-427D-A208-9BD22A2BE073}" type="pres">
      <dgm:prSet presAssocID="{AB7F0FBB-A1AA-4198-BD04-289AAE50092A}" presName="Name111" presStyleLbl="parChTrans1D2" presStyleIdx="3" presStyleCnt="4"/>
      <dgm:spPr bwMode="auto"/>
    </dgm:pt>
    <dgm:pt modelId="{5C6FE80B-76D3-48D4-816A-2D8FA3F213E6}" type="pres">
      <dgm:prSet presAssocID="{53B56C05-5CA2-428F-A19C-0FAD5FCE6BE5}" presName="hierRoot3" presStyleCnt="0">
        <dgm:presLayoutVars>
          <dgm:hierBranch val="init"/>
        </dgm:presLayoutVars>
      </dgm:prSet>
      <dgm:spPr bwMode="auto"/>
    </dgm:pt>
    <dgm:pt modelId="{73AC789C-7CB6-4DEA-B479-76CF8E6961E6}" type="pres">
      <dgm:prSet presAssocID="{53B56C05-5CA2-428F-A19C-0FAD5FCE6BE5}" presName="rootComposite3" presStyleCnt="0"/>
      <dgm:spPr bwMode="auto"/>
    </dgm:pt>
    <dgm:pt modelId="{869B7DA9-7C91-41FE-9464-DEFBC6185314}" type="pres">
      <dgm:prSet presAssocID="{53B56C05-5CA2-428F-A19C-0FAD5FCE6BE5}" presName="rootText3" presStyleLbl="asst1" presStyleIdx="0" presStyleCnt="1" custScaleY="62822">
        <dgm:presLayoutVars>
          <dgm:chPref val="3"/>
        </dgm:presLayoutVars>
      </dgm:prSet>
      <dgm:spPr bwMode="auto"/>
    </dgm:pt>
    <dgm:pt modelId="{44A86D16-297D-4844-880A-D1EF3359C398}" type="pres">
      <dgm:prSet presAssocID="{53B56C05-5CA2-428F-A19C-0FAD5FCE6BE5}" presName="rootConnector3" presStyleLbl="asst1" presStyleIdx="0" presStyleCnt="1"/>
      <dgm:spPr bwMode="auto"/>
    </dgm:pt>
    <dgm:pt modelId="{B8C73D0B-6605-4DED-9715-80AB7CFDC397}" type="pres">
      <dgm:prSet presAssocID="{53B56C05-5CA2-428F-A19C-0FAD5FCE6BE5}" presName="hierChild6" presStyleCnt="0"/>
      <dgm:spPr bwMode="auto"/>
    </dgm:pt>
    <dgm:pt modelId="{A0338CEC-7B29-47DD-97F4-268CF1149415}" type="pres">
      <dgm:prSet presAssocID="{53B56C05-5CA2-428F-A19C-0FAD5FCE6BE5}" presName="hierChild7" presStyleCnt="0"/>
      <dgm:spPr bwMode="auto"/>
    </dgm:pt>
  </dgm:ptLst>
  <dgm:cxnLst>
    <dgm:cxn modelId="{AD4C0200-063C-4A8D-A00E-E75B85A676CB}" type="presOf" srcId="{AB7F0FBB-A1AA-4198-BD04-289AAE50092A}" destId="{850FE07C-5874-427D-A208-9BD22A2BE073}" srcOrd="0" destOrd="0" presId="urn:microsoft.com/office/officeart/2005/8/layout/orgChart1#1"/>
    <dgm:cxn modelId="{24BD0E03-4EA4-4891-A3E7-F2E49807FB6E}" type="presOf" srcId="{E9C44C83-A3F4-4036-AC08-0589FD9A4217}" destId="{FBC210AD-E36D-4B9A-9DE1-C559795410D4}" srcOrd="1" destOrd="0" presId="urn:microsoft.com/office/officeart/2005/8/layout/orgChart1#1"/>
    <dgm:cxn modelId="{839EAD08-E4A6-49CC-B7B8-94A247440FAF}" type="presOf" srcId="{3ED808D1-97AF-4859-BAD0-B7824E2DDAAE}" destId="{F6EEAC72-CA9B-4599-81A3-2F67CA23BDDD}" srcOrd="0" destOrd="0" presId="urn:microsoft.com/office/officeart/2005/8/layout/orgChart1#1"/>
    <dgm:cxn modelId="{EC088A0D-272A-412D-A12E-25ECF85233CB}" srcId="{38A8B4F2-1287-4A8C-B685-7CD500488201}" destId="{C46021B8-C274-477D-9B3E-60E64D13D527}" srcOrd="0" destOrd="0" parTransId="{D1B787C6-F3C9-4F2C-9FDE-4D5BF03B68B4}" sibTransId="{BFD3604E-054B-40C9-9810-B6153D3CE2A6}"/>
    <dgm:cxn modelId="{BDD98E25-E795-4A0A-BB95-DB544E7864C3}" type="presOf" srcId="{E9E228D9-18C7-4974-9A85-D192BD8AF3FC}" destId="{4FCC8D14-0950-4BB3-8BBE-448D00FC7CBA}" srcOrd="0" destOrd="0" presId="urn:microsoft.com/office/officeart/2005/8/layout/orgChart1#1"/>
    <dgm:cxn modelId="{96BD2D63-BABF-411A-94E1-8D489A8D011E}" type="presOf" srcId="{E9E228D9-18C7-4974-9A85-D192BD8AF3FC}" destId="{2B5F9F58-DCA6-44D1-A206-8EE3ED62CEDA}" srcOrd="1" destOrd="0" presId="urn:microsoft.com/office/officeart/2005/8/layout/orgChart1#1"/>
    <dgm:cxn modelId="{17175166-1DB9-4359-B7AA-3D966849D3AA}" srcId="{C46021B8-C274-477D-9B3E-60E64D13D527}" destId="{E9C44C83-A3F4-4036-AC08-0589FD9A4217}" srcOrd="1" destOrd="0" parTransId="{F5180021-6182-41E6-9E82-55515CBE788C}" sibTransId="{8FEC79DE-E4E1-4439-A1C5-A6D364ED5DAB}"/>
    <dgm:cxn modelId="{C5FAB966-117A-41B0-A093-2FD993EFD962}" type="presOf" srcId="{F5180021-6182-41E6-9E82-55515CBE788C}" destId="{E488D139-D1F8-4A98-BB25-B3B0BAB97AAC}" srcOrd="0" destOrd="0" presId="urn:microsoft.com/office/officeart/2005/8/layout/orgChart1#1"/>
    <dgm:cxn modelId="{A489CC49-016C-46CA-A1A7-2A442BAC6241}" srcId="{C46021B8-C274-477D-9B3E-60E64D13D527}" destId="{E9E228D9-18C7-4974-9A85-D192BD8AF3FC}" srcOrd="2" destOrd="0" parTransId="{3ED808D1-97AF-4859-BAD0-B7824E2DDAAE}" sibTransId="{98A02E0E-0CF9-422D-B97D-255EFA0AA96B}"/>
    <dgm:cxn modelId="{806D244A-C87F-4BC1-9559-B1C8519BA28C}" type="presOf" srcId="{38A8B4F2-1287-4A8C-B685-7CD500488201}" destId="{F578E566-9816-4585-AA51-C42F43F68322}" srcOrd="0" destOrd="0" presId="urn:microsoft.com/office/officeart/2005/8/layout/orgChart1#1"/>
    <dgm:cxn modelId="{99B22073-B51B-4EC2-A2E5-313C4D39B5C8}" type="presOf" srcId="{53B56C05-5CA2-428F-A19C-0FAD5FCE6BE5}" destId="{44A86D16-297D-4844-880A-D1EF3359C398}" srcOrd="1" destOrd="0" presId="urn:microsoft.com/office/officeart/2005/8/layout/orgChart1#1"/>
    <dgm:cxn modelId="{C7CF5379-D932-4BBD-B091-0570F0CB8C83}" type="presOf" srcId="{53B56C05-5CA2-428F-A19C-0FAD5FCE6BE5}" destId="{869B7DA9-7C91-41FE-9464-DEFBC6185314}" srcOrd="0" destOrd="0" presId="urn:microsoft.com/office/officeart/2005/8/layout/orgChart1#1"/>
    <dgm:cxn modelId="{151B1A88-6E06-48FC-9E93-8B07F38E04F9}" type="presOf" srcId="{68ECD7B9-E2B1-4AB2-A74C-3FAF57E75168}" destId="{96170C1A-7A10-49B7-942E-33D60C4D402F}" srcOrd="0" destOrd="0" presId="urn:microsoft.com/office/officeart/2005/8/layout/orgChart1#1"/>
    <dgm:cxn modelId="{0B979299-ACD5-48F6-AE5E-417C5A8C1F62}" type="presOf" srcId="{C46021B8-C274-477D-9B3E-60E64D13D527}" destId="{370C6E9D-BF69-40E8-81F2-C3FD9B5A4780}" srcOrd="1" destOrd="0" presId="urn:microsoft.com/office/officeart/2005/8/layout/orgChart1#1"/>
    <dgm:cxn modelId="{20D745A9-22C9-4499-8AED-83FEB620DA9B}" type="presOf" srcId="{62A8BDBB-6A5D-4FC3-BB57-857072F7E921}" destId="{E38EC4CC-6E31-4955-82BC-88806464C9ED}" srcOrd="0" destOrd="0" presId="urn:microsoft.com/office/officeart/2005/8/layout/orgChart1#1"/>
    <dgm:cxn modelId="{8C98D1BB-8C10-4FC5-A9AA-FD574391C17A}" type="presOf" srcId="{68ECD7B9-E2B1-4AB2-A74C-3FAF57E75168}" destId="{570D4DDF-9786-43E6-84F2-E87380C4BD06}" srcOrd="1" destOrd="0" presId="urn:microsoft.com/office/officeart/2005/8/layout/orgChart1#1"/>
    <dgm:cxn modelId="{9466CFC9-BF82-43E3-9FE6-81D49017338C}" srcId="{C46021B8-C274-477D-9B3E-60E64D13D527}" destId="{68ECD7B9-E2B1-4AB2-A74C-3FAF57E75168}" srcOrd="3" destOrd="0" parTransId="{62A8BDBB-6A5D-4FC3-BB57-857072F7E921}" sibTransId="{30C02EF2-FB47-42D8-9A9A-B11F3A619333}"/>
    <dgm:cxn modelId="{4EF5FFD7-70CF-46BB-9572-22996429D924}" srcId="{C46021B8-C274-477D-9B3E-60E64D13D527}" destId="{53B56C05-5CA2-428F-A19C-0FAD5FCE6BE5}" srcOrd="0" destOrd="0" parTransId="{AB7F0FBB-A1AA-4198-BD04-289AAE50092A}" sibTransId="{F7D2C1CB-8742-41A6-BE6B-D2592C4AB642}"/>
    <dgm:cxn modelId="{EE4FC4D8-5921-4567-A9FD-2DD95B298A55}" type="presOf" srcId="{E9C44C83-A3F4-4036-AC08-0589FD9A4217}" destId="{157E65B6-DBBA-435C-A994-B243EA31C7BF}" srcOrd="0" destOrd="0" presId="urn:microsoft.com/office/officeart/2005/8/layout/orgChart1#1"/>
    <dgm:cxn modelId="{22F9C4E0-6280-4699-91AB-B351078A3191}" type="presOf" srcId="{C46021B8-C274-477D-9B3E-60E64D13D527}" destId="{05156277-056E-4AFC-AEA5-44595AE9D890}" srcOrd="0" destOrd="0" presId="urn:microsoft.com/office/officeart/2005/8/layout/orgChart1#1"/>
    <dgm:cxn modelId="{D69B0421-E5C6-4688-88C2-5B3DC4AC8D9C}" type="presParOf" srcId="{F578E566-9816-4585-AA51-C42F43F68322}" destId="{DA2ACB6D-7600-4794-8BEF-D5E0CC80500A}" srcOrd="0" destOrd="0" presId="urn:microsoft.com/office/officeart/2005/8/layout/orgChart1#1"/>
    <dgm:cxn modelId="{3D20D7ED-6CE3-437C-AF2C-A640C2D8FFFB}" type="presParOf" srcId="{DA2ACB6D-7600-4794-8BEF-D5E0CC80500A}" destId="{C1A681DB-7E1B-4041-BA3A-948CF39ABE0B}" srcOrd="0" destOrd="0" presId="urn:microsoft.com/office/officeart/2005/8/layout/orgChart1#1"/>
    <dgm:cxn modelId="{F7667829-22BD-4074-98A0-9F3242FE615D}" type="presParOf" srcId="{C1A681DB-7E1B-4041-BA3A-948CF39ABE0B}" destId="{05156277-056E-4AFC-AEA5-44595AE9D890}" srcOrd="0" destOrd="0" presId="urn:microsoft.com/office/officeart/2005/8/layout/orgChart1#1"/>
    <dgm:cxn modelId="{6806C6E4-3DBC-415B-8852-F3FBD2C03F49}" type="presParOf" srcId="{C1A681DB-7E1B-4041-BA3A-948CF39ABE0B}" destId="{370C6E9D-BF69-40E8-81F2-C3FD9B5A4780}" srcOrd="1" destOrd="0" presId="urn:microsoft.com/office/officeart/2005/8/layout/orgChart1#1"/>
    <dgm:cxn modelId="{EE2461A4-20DD-44BC-9AC8-300BDF4D1CE9}" type="presParOf" srcId="{DA2ACB6D-7600-4794-8BEF-D5E0CC80500A}" destId="{0BDDE309-5B67-4D5A-94EB-263AC652CE6A}" srcOrd="1" destOrd="0" presId="urn:microsoft.com/office/officeart/2005/8/layout/orgChart1#1"/>
    <dgm:cxn modelId="{70346863-D3E2-4B0D-9699-DE0BDD0B94E9}" type="presParOf" srcId="{0BDDE309-5B67-4D5A-94EB-263AC652CE6A}" destId="{E488D139-D1F8-4A98-BB25-B3B0BAB97AAC}" srcOrd="0" destOrd="0" presId="urn:microsoft.com/office/officeart/2005/8/layout/orgChart1#1"/>
    <dgm:cxn modelId="{F1BA9C37-8CCB-4D2E-95CB-8FB763A331B2}" type="presParOf" srcId="{0BDDE309-5B67-4D5A-94EB-263AC652CE6A}" destId="{19CA0C8A-8E7C-44FB-8F4E-76D7B651787C}" srcOrd="1" destOrd="0" presId="urn:microsoft.com/office/officeart/2005/8/layout/orgChart1#1"/>
    <dgm:cxn modelId="{1F6C286D-D050-4111-AC09-972DB43D5D8F}" type="presParOf" srcId="{19CA0C8A-8E7C-44FB-8F4E-76D7B651787C}" destId="{E3CE2E14-61B6-4025-A58E-868E5A6D44CF}" srcOrd="0" destOrd="0" presId="urn:microsoft.com/office/officeart/2005/8/layout/orgChart1#1"/>
    <dgm:cxn modelId="{29DDDAB4-2E05-4B4F-8DCC-C4905A9E878A}" type="presParOf" srcId="{E3CE2E14-61B6-4025-A58E-868E5A6D44CF}" destId="{157E65B6-DBBA-435C-A994-B243EA31C7BF}" srcOrd="0" destOrd="0" presId="urn:microsoft.com/office/officeart/2005/8/layout/orgChart1#1"/>
    <dgm:cxn modelId="{B715A403-8C01-4AC6-953E-7B6BEBE74AF2}" type="presParOf" srcId="{E3CE2E14-61B6-4025-A58E-868E5A6D44CF}" destId="{FBC210AD-E36D-4B9A-9DE1-C559795410D4}" srcOrd="1" destOrd="0" presId="urn:microsoft.com/office/officeart/2005/8/layout/orgChart1#1"/>
    <dgm:cxn modelId="{DDACDC91-B295-42A2-86F8-A94C5C7F1240}" type="presParOf" srcId="{19CA0C8A-8E7C-44FB-8F4E-76D7B651787C}" destId="{2F6C3B0C-6FC3-42EF-8A58-73EE6AF6CEBB}" srcOrd="1" destOrd="0" presId="urn:microsoft.com/office/officeart/2005/8/layout/orgChart1#1"/>
    <dgm:cxn modelId="{EBE5F41F-D22F-44DC-82E5-B237F79C857C}" type="presParOf" srcId="{19CA0C8A-8E7C-44FB-8F4E-76D7B651787C}" destId="{A9C3479D-4C02-42E5-B561-035827369BBE}" srcOrd="2" destOrd="0" presId="urn:microsoft.com/office/officeart/2005/8/layout/orgChart1#1"/>
    <dgm:cxn modelId="{75B018D2-BA5B-41A9-BCB6-DFD693D7D910}" type="presParOf" srcId="{0BDDE309-5B67-4D5A-94EB-263AC652CE6A}" destId="{F6EEAC72-CA9B-4599-81A3-2F67CA23BDDD}" srcOrd="2" destOrd="0" presId="urn:microsoft.com/office/officeart/2005/8/layout/orgChart1#1"/>
    <dgm:cxn modelId="{BCC6A4D2-28F8-4E53-804A-E74A915D35A3}" type="presParOf" srcId="{0BDDE309-5B67-4D5A-94EB-263AC652CE6A}" destId="{2A68E487-2319-485C-BAF2-A85CD25F90FC}" srcOrd="3" destOrd="0" presId="urn:microsoft.com/office/officeart/2005/8/layout/orgChart1#1"/>
    <dgm:cxn modelId="{2A9647F0-A76B-45A4-BA43-A6BBB5F7B37C}" type="presParOf" srcId="{2A68E487-2319-485C-BAF2-A85CD25F90FC}" destId="{907EED4E-41EB-4262-A50E-498BA2AD7823}" srcOrd="0" destOrd="0" presId="urn:microsoft.com/office/officeart/2005/8/layout/orgChart1#1"/>
    <dgm:cxn modelId="{79040302-5014-4543-A5DF-2290E5890BE5}" type="presParOf" srcId="{907EED4E-41EB-4262-A50E-498BA2AD7823}" destId="{4FCC8D14-0950-4BB3-8BBE-448D00FC7CBA}" srcOrd="0" destOrd="0" presId="urn:microsoft.com/office/officeart/2005/8/layout/orgChart1#1"/>
    <dgm:cxn modelId="{6CAECEA0-8CF6-44A3-B553-681FBDE0943C}" type="presParOf" srcId="{907EED4E-41EB-4262-A50E-498BA2AD7823}" destId="{2B5F9F58-DCA6-44D1-A206-8EE3ED62CEDA}" srcOrd="1" destOrd="0" presId="urn:microsoft.com/office/officeart/2005/8/layout/orgChart1#1"/>
    <dgm:cxn modelId="{AC1A092F-18F0-43C7-B8BD-E6470955BB29}" type="presParOf" srcId="{2A68E487-2319-485C-BAF2-A85CD25F90FC}" destId="{88DA9712-68E0-4C6E-BF46-2E5F93F6BF2F}" srcOrd="1" destOrd="0" presId="urn:microsoft.com/office/officeart/2005/8/layout/orgChart1#1"/>
    <dgm:cxn modelId="{5506BC9C-73E7-41B9-A276-FCBCFEF0E093}" type="presParOf" srcId="{2A68E487-2319-485C-BAF2-A85CD25F90FC}" destId="{69B46357-D4ED-4BDA-8F77-058DDC29BD58}" srcOrd="2" destOrd="0" presId="urn:microsoft.com/office/officeart/2005/8/layout/orgChart1#1"/>
    <dgm:cxn modelId="{755800AF-4B7F-4C32-9362-13FE49581594}" type="presParOf" srcId="{0BDDE309-5B67-4D5A-94EB-263AC652CE6A}" destId="{E38EC4CC-6E31-4955-82BC-88806464C9ED}" srcOrd="4" destOrd="0" presId="urn:microsoft.com/office/officeart/2005/8/layout/orgChart1#1"/>
    <dgm:cxn modelId="{CD60AC1C-C20B-4569-BF0C-8DB7F9F777FD}" type="presParOf" srcId="{0BDDE309-5B67-4D5A-94EB-263AC652CE6A}" destId="{5EB3E377-54F6-419D-AB90-AB55AAAB56EE}" srcOrd="5" destOrd="0" presId="urn:microsoft.com/office/officeart/2005/8/layout/orgChart1#1"/>
    <dgm:cxn modelId="{05B5D40A-467C-44C6-934D-F1C2C9AE45E5}" type="presParOf" srcId="{5EB3E377-54F6-419D-AB90-AB55AAAB56EE}" destId="{236EB173-6A1E-4E91-9A19-F870750EFAC9}" srcOrd="0" destOrd="0" presId="urn:microsoft.com/office/officeart/2005/8/layout/orgChart1#1"/>
    <dgm:cxn modelId="{72A7BECB-C929-49F6-84E1-4989AB7E7C97}" type="presParOf" srcId="{236EB173-6A1E-4E91-9A19-F870750EFAC9}" destId="{96170C1A-7A10-49B7-942E-33D60C4D402F}" srcOrd="0" destOrd="0" presId="urn:microsoft.com/office/officeart/2005/8/layout/orgChart1#1"/>
    <dgm:cxn modelId="{897CE08F-CB38-421D-A72D-A8A161EB5DA4}" type="presParOf" srcId="{236EB173-6A1E-4E91-9A19-F870750EFAC9}" destId="{570D4DDF-9786-43E6-84F2-E87380C4BD06}" srcOrd="1" destOrd="0" presId="urn:microsoft.com/office/officeart/2005/8/layout/orgChart1#1"/>
    <dgm:cxn modelId="{745238CC-43F8-4B75-B0BB-96C795505C52}" type="presParOf" srcId="{5EB3E377-54F6-419D-AB90-AB55AAAB56EE}" destId="{8DAC6776-C170-4F66-9E06-2179C1DD718D}" srcOrd="1" destOrd="0" presId="urn:microsoft.com/office/officeart/2005/8/layout/orgChart1#1"/>
    <dgm:cxn modelId="{F9139271-31CD-4D71-9096-B329846BC43F}" type="presParOf" srcId="{5EB3E377-54F6-419D-AB90-AB55AAAB56EE}" destId="{CCC19972-B350-4B72-B790-7F6B553FEEA9}" srcOrd="2" destOrd="0" presId="urn:microsoft.com/office/officeart/2005/8/layout/orgChart1#1"/>
    <dgm:cxn modelId="{69565ACD-98B8-4788-95B0-6E2BD8A7F7B4}" type="presParOf" srcId="{DA2ACB6D-7600-4794-8BEF-D5E0CC80500A}" destId="{FE130D89-DBEF-4F4C-AB33-F0BA432D92CA}" srcOrd="2" destOrd="0" presId="urn:microsoft.com/office/officeart/2005/8/layout/orgChart1#1"/>
    <dgm:cxn modelId="{D8766295-1B5A-4216-9267-ABCE27CC841D}" type="presParOf" srcId="{FE130D89-DBEF-4F4C-AB33-F0BA432D92CA}" destId="{850FE07C-5874-427D-A208-9BD22A2BE073}" srcOrd="0" destOrd="0" presId="urn:microsoft.com/office/officeart/2005/8/layout/orgChart1#1"/>
    <dgm:cxn modelId="{BC24DCBA-0F23-4AA2-8ABD-B4FFC3F1B6EE}" type="presParOf" srcId="{FE130D89-DBEF-4F4C-AB33-F0BA432D92CA}" destId="{5C6FE80B-76D3-48D4-816A-2D8FA3F213E6}" srcOrd="1" destOrd="0" presId="urn:microsoft.com/office/officeart/2005/8/layout/orgChart1#1"/>
    <dgm:cxn modelId="{2BC002CE-AC71-4EA3-8B31-E3216EF22B21}" type="presParOf" srcId="{5C6FE80B-76D3-48D4-816A-2D8FA3F213E6}" destId="{73AC789C-7CB6-4DEA-B479-76CF8E6961E6}" srcOrd="0" destOrd="0" presId="urn:microsoft.com/office/officeart/2005/8/layout/orgChart1#1"/>
    <dgm:cxn modelId="{5534290A-1411-415F-ABD3-8AD26338910E}" type="presParOf" srcId="{73AC789C-7CB6-4DEA-B479-76CF8E6961E6}" destId="{869B7DA9-7C91-41FE-9464-DEFBC6185314}" srcOrd="0" destOrd="0" presId="urn:microsoft.com/office/officeart/2005/8/layout/orgChart1#1"/>
    <dgm:cxn modelId="{7D3B2828-372A-4451-8BDA-5DEBDECF1832}" type="presParOf" srcId="{73AC789C-7CB6-4DEA-B479-76CF8E6961E6}" destId="{44A86D16-297D-4844-880A-D1EF3359C398}" srcOrd="1" destOrd="0" presId="urn:microsoft.com/office/officeart/2005/8/layout/orgChart1#1"/>
    <dgm:cxn modelId="{D4AADF37-8B07-4F7C-B672-C94BB5C58FE2}" type="presParOf" srcId="{5C6FE80B-76D3-48D4-816A-2D8FA3F213E6}" destId="{B8C73D0B-6605-4DED-9715-80AB7CFDC397}" srcOrd="1" destOrd="0" presId="urn:microsoft.com/office/officeart/2005/8/layout/orgChart1#1"/>
    <dgm:cxn modelId="{27C4DAB3-3C27-49EF-991B-610468268F90}" type="presParOf" srcId="{5C6FE80B-76D3-48D4-816A-2D8FA3F213E6}" destId="{A0338CEC-7B29-47DD-97F4-268CF1149415}" srcOrd="2" destOrd="0" presId="urn:microsoft.com/office/officeart/2005/8/layout/orgChart1#1"/>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F7C4CF-908A-4FA5-9F8F-0199F819AA66}">
      <dsp:nvSpPr>
        <dsp:cNvPr id="0" name=""/>
        <dsp:cNvSpPr/>
      </dsp:nvSpPr>
      <dsp:spPr bwMode="auto">
        <a:xfrm>
          <a:off x="1641892" y="1245268"/>
          <a:ext cx="892091" cy="91440"/>
        </a:xfrm>
        <a:custGeom>
          <a:avLst/>
          <a:gdLst/>
          <a:ahLst/>
          <a:cxnLst/>
          <a:rect l="0" t="0" r="0" b="0"/>
          <a:pathLst>
            <a:path>
              <a:moveTo>
                <a:pt x="0" y="45720"/>
              </a:moveTo>
              <a:lnTo>
                <a:pt x="892091" y="45720"/>
              </a:lnTo>
              <a:lnTo>
                <a:pt x="892091" y="12537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9F708968-BE72-4F79-8261-8626592AB543}">
      <dsp:nvSpPr>
        <dsp:cNvPr id="0" name=""/>
        <dsp:cNvSpPr/>
      </dsp:nvSpPr>
      <dsp:spPr bwMode="auto">
        <a:xfrm>
          <a:off x="1641892" y="1165617"/>
          <a:ext cx="892091" cy="91440"/>
        </a:xfrm>
        <a:custGeom>
          <a:avLst/>
          <a:gdLst/>
          <a:ahLst/>
          <a:cxnLst/>
          <a:rect l="0" t="0" r="0" b="0"/>
          <a:pathLst>
            <a:path>
              <a:moveTo>
                <a:pt x="0" y="125370"/>
              </a:moveTo>
              <a:lnTo>
                <a:pt x="892091" y="125370"/>
              </a:lnTo>
              <a:lnTo>
                <a:pt x="892091" y="4572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DE67DC04-813E-4F8C-B629-0585C2F244A1}">
      <dsp:nvSpPr>
        <dsp:cNvPr id="0" name=""/>
        <dsp:cNvSpPr/>
      </dsp:nvSpPr>
      <dsp:spPr bwMode="auto">
        <a:xfrm>
          <a:off x="1641892" y="1290988"/>
          <a:ext cx="1784182" cy="1095997"/>
        </a:xfrm>
        <a:custGeom>
          <a:avLst/>
          <a:gdLst/>
          <a:ahLst/>
          <a:cxnLst/>
          <a:rect l="0" t="0" r="0" b="0"/>
          <a:pathLst>
            <a:path>
              <a:moveTo>
                <a:pt x="0" y="0"/>
              </a:moveTo>
              <a:lnTo>
                <a:pt x="1656740" y="0"/>
              </a:lnTo>
              <a:lnTo>
                <a:pt x="1656740" y="1095997"/>
              </a:lnTo>
              <a:lnTo>
                <a:pt x="1784182" y="1095997"/>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87F20592-D7EB-49D9-9B64-A8A3AE45315B}">
      <dsp:nvSpPr>
        <dsp:cNvPr id="0" name=""/>
        <dsp:cNvSpPr/>
      </dsp:nvSpPr>
      <dsp:spPr bwMode="auto">
        <a:xfrm>
          <a:off x="1641892" y="1290988"/>
          <a:ext cx="1784182" cy="547998"/>
        </a:xfrm>
        <a:custGeom>
          <a:avLst/>
          <a:gdLst/>
          <a:ahLst/>
          <a:cxnLst/>
          <a:rect l="0" t="0" r="0" b="0"/>
          <a:pathLst>
            <a:path>
              <a:moveTo>
                <a:pt x="0" y="0"/>
              </a:moveTo>
              <a:lnTo>
                <a:pt x="1656740" y="0"/>
              </a:lnTo>
              <a:lnTo>
                <a:pt x="1656740" y="547998"/>
              </a:lnTo>
              <a:lnTo>
                <a:pt x="1784182" y="547998"/>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6AE4A12B-D6EA-47C3-8C54-52EF50D97CDA}">
      <dsp:nvSpPr>
        <dsp:cNvPr id="0" name=""/>
        <dsp:cNvSpPr/>
      </dsp:nvSpPr>
      <dsp:spPr bwMode="auto">
        <a:xfrm>
          <a:off x="1641892" y="1245268"/>
          <a:ext cx="1784182" cy="91440"/>
        </a:xfrm>
        <a:custGeom>
          <a:avLst/>
          <a:gdLst/>
          <a:ahLst/>
          <a:cxnLst/>
          <a:rect l="0" t="0" r="0" b="0"/>
          <a:pathLst>
            <a:path>
              <a:moveTo>
                <a:pt x="0" y="45720"/>
              </a:moveTo>
              <a:lnTo>
                <a:pt x="1784182" y="4572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AEFD4097-3F97-451C-9439-8A64EAA4CEB0}">
      <dsp:nvSpPr>
        <dsp:cNvPr id="0" name=""/>
        <dsp:cNvSpPr/>
      </dsp:nvSpPr>
      <dsp:spPr bwMode="auto">
        <a:xfrm>
          <a:off x="1641892" y="742989"/>
          <a:ext cx="1784182" cy="547998"/>
        </a:xfrm>
        <a:custGeom>
          <a:avLst/>
          <a:gdLst/>
          <a:ahLst/>
          <a:cxnLst/>
          <a:rect l="0" t="0" r="0" b="0"/>
          <a:pathLst>
            <a:path>
              <a:moveTo>
                <a:pt x="0" y="547998"/>
              </a:moveTo>
              <a:lnTo>
                <a:pt x="1656740" y="547998"/>
              </a:lnTo>
              <a:lnTo>
                <a:pt x="1656740" y="0"/>
              </a:lnTo>
              <a:lnTo>
                <a:pt x="1784182" y="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4E374A65-9572-4907-8A92-C99DB18FD887}">
      <dsp:nvSpPr>
        <dsp:cNvPr id="0" name=""/>
        <dsp:cNvSpPr/>
      </dsp:nvSpPr>
      <dsp:spPr bwMode="auto">
        <a:xfrm>
          <a:off x="1641892" y="194990"/>
          <a:ext cx="1784182" cy="1095997"/>
        </a:xfrm>
        <a:custGeom>
          <a:avLst/>
          <a:gdLst/>
          <a:ahLst/>
          <a:cxnLst/>
          <a:rect l="0" t="0" r="0" b="0"/>
          <a:pathLst>
            <a:path>
              <a:moveTo>
                <a:pt x="0" y="1095997"/>
              </a:moveTo>
              <a:lnTo>
                <a:pt x="1656740" y="1095997"/>
              </a:lnTo>
              <a:lnTo>
                <a:pt x="1656740" y="0"/>
              </a:lnTo>
              <a:lnTo>
                <a:pt x="1784182" y="0"/>
              </a:lnTo>
            </a:path>
          </a:pathLst>
        </a:custGeom>
        <a:noFill/>
        <a:ln w="12700" cap="flat" cmpd="sng" algn="ctr">
          <a:solidFill>
            <a:schemeClr val="accent2">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583FD114-7CEE-4002-9722-E518FA48D065}">
      <dsp:nvSpPr>
        <dsp:cNvPr id="0" name=""/>
        <dsp:cNvSpPr/>
      </dsp:nvSpPr>
      <dsp:spPr bwMode="auto">
        <a:xfrm>
          <a:off x="367477" y="1096640"/>
          <a:ext cx="1274415" cy="3886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67477" y="1096640"/>
        <a:ext cx="1274415" cy="388696"/>
      </dsp:txXfrm>
    </dsp:sp>
    <dsp:sp modelId="{A73ACF89-3AFA-4AD4-BEAD-2F401A0CDD32}">
      <dsp:nvSpPr>
        <dsp:cNvPr id="0" name=""/>
        <dsp:cNvSpPr/>
      </dsp:nvSpPr>
      <dsp:spPr bwMode="auto">
        <a:xfrm>
          <a:off x="3426075" y="642"/>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426075" y="642"/>
        <a:ext cx="1274415" cy="388696"/>
      </dsp:txXfrm>
    </dsp:sp>
    <dsp:sp modelId="{3F05C3AB-BBC0-476F-B854-54088020446C}">
      <dsp:nvSpPr>
        <dsp:cNvPr id="0" name=""/>
        <dsp:cNvSpPr/>
      </dsp:nvSpPr>
      <dsp:spPr bwMode="auto">
        <a:xfrm>
          <a:off x="3426075" y="548641"/>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426075" y="548641"/>
        <a:ext cx="1274415" cy="388696"/>
      </dsp:txXfrm>
    </dsp:sp>
    <dsp:sp modelId="{A1861E94-BA73-4B5C-97F0-AF0B3C8F7EAF}">
      <dsp:nvSpPr>
        <dsp:cNvPr id="0" name=""/>
        <dsp:cNvSpPr/>
      </dsp:nvSpPr>
      <dsp:spPr bwMode="auto">
        <a:xfrm>
          <a:off x="3426075" y="1096640"/>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426075" y="1096640"/>
        <a:ext cx="1274415" cy="388696"/>
      </dsp:txXfrm>
    </dsp:sp>
    <dsp:sp modelId="{C349E9FD-5FD1-4704-9921-3CCA8C86447B}">
      <dsp:nvSpPr>
        <dsp:cNvPr id="0" name=""/>
        <dsp:cNvSpPr/>
      </dsp:nvSpPr>
      <dsp:spPr bwMode="auto">
        <a:xfrm>
          <a:off x="3426075" y="1644638"/>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426075" y="1644638"/>
        <a:ext cx="1274415" cy="388696"/>
      </dsp:txXfrm>
    </dsp:sp>
    <dsp:sp modelId="{51BF0036-BB66-4670-8F57-9976FD18418B}">
      <dsp:nvSpPr>
        <dsp:cNvPr id="0" name=""/>
        <dsp:cNvSpPr/>
      </dsp:nvSpPr>
      <dsp:spPr bwMode="auto">
        <a:xfrm>
          <a:off x="3426075" y="2192637"/>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426075" y="2192637"/>
        <a:ext cx="1274415" cy="388696"/>
      </dsp:txXfrm>
    </dsp:sp>
    <dsp:sp modelId="{1E653A0B-79A2-48D2-9E97-81BD961EF25C}">
      <dsp:nvSpPr>
        <dsp:cNvPr id="0" name=""/>
        <dsp:cNvSpPr/>
      </dsp:nvSpPr>
      <dsp:spPr bwMode="auto">
        <a:xfrm>
          <a:off x="1896776" y="822640"/>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1896776" y="822640"/>
        <a:ext cx="1274415" cy="388696"/>
      </dsp:txXfrm>
    </dsp:sp>
    <dsp:sp modelId="{B87A0666-5423-49BD-A114-D8A41B1E2EF4}">
      <dsp:nvSpPr>
        <dsp:cNvPr id="0" name=""/>
        <dsp:cNvSpPr/>
      </dsp:nvSpPr>
      <dsp:spPr bwMode="auto">
        <a:xfrm>
          <a:off x="1896776" y="1370639"/>
          <a:ext cx="1274415" cy="3886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1896776" y="1370639"/>
        <a:ext cx="1274415" cy="3886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93D43-A770-4E67-B2B8-CA97E870F61F}">
      <dsp:nvSpPr>
        <dsp:cNvPr id="0" name=""/>
        <dsp:cNvSpPr/>
      </dsp:nvSpPr>
      <dsp:spPr bwMode="auto">
        <a:xfrm>
          <a:off x="1740714" y="1368"/>
          <a:ext cx="761335" cy="49486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defRPr/>
          </a:pPr>
          <a:endParaRPr lang="ru-RU" sz="1300" kern="1200"/>
        </a:p>
      </dsp:txBody>
      <dsp:txXfrm>
        <a:off x="1764871" y="25525"/>
        <a:ext cx="713021" cy="446554"/>
      </dsp:txXfrm>
    </dsp:sp>
    <dsp:sp modelId="{BDD696C8-1A70-4A5E-9032-108FF7428A8C}">
      <dsp:nvSpPr>
        <dsp:cNvPr id="0" name=""/>
        <dsp:cNvSpPr/>
      </dsp:nvSpPr>
      <dsp:spPr bwMode="auto">
        <a:xfrm>
          <a:off x="955929" y="248802"/>
          <a:ext cx="2330904" cy="2330904"/>
        </a:xfrm>
        <a:custGeom>
          <a:avLst/>
          <a:gdLst/>
          <a:ahLst/>
          <a:cxnLst/>
          <a:rect l="0" t="0" r="0" b="0"/>
          <a:pathLst>
            <a:path>
              <a:moveTo>
                <a:pt x="1641800" y="101792"/>
              </a:moveTo>
              <a:arcTo wR="1165452" hR="1165452" stAng="17647481" swAng="923510"/>
            </a:path>
          </a:pathLst>
        </a:custGeom>
        <a:noFill/>
        <a:ln w="6350" cap="flat" cmpd="sng" algn="ctr">
          <a:solidFill>
            <a:schemeClr val="accent3">
              <a:hueOff val="0"/>
              <a:satOff val="0"/>
              <a:lumOff val="0"/>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AAD1F716-CF95-498F-93EC-E3EA73FCB68B}">
      <dsp:nvSpPr>
        <dsp:cNvPr id="0" name=""/>
        <dsp:cNvSpPr/>
      </dsp:nvSpPr>
      <dsp:spPr bwMode="auto">
        <a:xfrm>
          <a:off x="2750025" y="584094"/>
          <a:ext cx="761335" cy="494868"/>
        </a:xfrm>
        <a:prstGeom prst="roundRect">
          <a:avLst/>
        </a:prstGeom>
        <a:solidFill>
          <a:schemeClr val="accent3">
            <a:hueOff val="-213"/>
            <a:satOff val="-17"/>
            <a:lumOff val="10784"/>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defRPr/>
          </a:pPr>
          <a:endParaRPr lang="ru-RU" sz="1300" kern="1200"/>
        </a:p>
      </dsp:txBody>
      <dsp:txXfrm>
        <a:off x="2774182" y="608251"/>
        <a:ext cx="713021" cy="446554"/>
      </dsp:txXfrm>
    </dsp:sp>
    <dsp:sp modelId="{D7C43ABA-C9FA-4233-8F8D-383C5C2E5F6C}">
      <dsp:nvSpPr>
        <dsp:cNvPr id="0" name=""/>
        <dsp:cNvSpPr/>
      </dsp:nvSpPr>
      <dsp:spPr bwMode="auto">
        <a:xfrm>
          <a:off x="955929" y="248802"/>
          <a:ext cx="2330904" cy="2330904"/>
        </a:xfrm>
        <a:custGeom>
          <a:avLst/>
          <a:gdLst/>
          <a:ahLst/>
          <a:cxnLst/>
          <a:rect l="0" t="0" r="0" b="0"/>
          <a:pathLst>
            <a:path>
              <a:moveTo>
                <a:pt x="2312749" y="960541"/>
              </a:moveTo>
              <a:arcTo wR="1165452" hR="1165452" stAng="20992414" swAng="1215172"/>
            </a:path>
          </a:pathLst>
        </a:custGeom>
        <a:noFill/>
        <a:ln w="6350" cap="flat" cmpd="sng" algn="ctr">
          <a:solidFill>
            <a:schemeClr val="accent3">
              <a:hueOff val="-213"/>
              <a:satOff val="-17"/>
              <a:lumOff val="10784"/>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1A69E2C8-B1AB-4289-9875-0F4044F0B237}">
      <dsp:nvSpPr>
        <dsp:cNvPr id="0" name=""/>
        <dsp:cNvSpPr/>
      </dsp:nvSpPr>
      <dsp:spPr bwMode="auto">
        <a:xfrm>
          <a:off x="2750025" y="1749546"/>
          <a:ext cx="761335" cy="494868"/>
        </a:xfrm>
        <a:prstGeom prst="roundRect">
          <a:avLst/>
        </a:prstGeom>
        <a:solidFill>
          <a:schemeClr val="accent3">
            <a:hueOff val="-426"/>
            <a:satOff val="-35"/>
            <a:lumOff val="21569"/>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defRPr/>
          </a:pPr>
          <a:endParaRPr lang="ru-RU" sz="1300" kern="1200"/>
        </a:p>
      </dsp:txBody>
      <dsp:txXfrm>
        <a:off x="2774182" y="1773703"/>
        <a:ext cx="713021" cy="446554"/>
      </dsp:txXfrm>
    </dsp:sp>
    <dsp:sp modelId="{FC59A448-F350-4E05-8A0C-AD1491F76BB5}">
      <dsp:nvSpPr>
        <dsp:cNvPr id="0" name=""/>
        <dsp:cNvSpPr/>
      </dsp:nvSpPr>
      <dsp:spPr bwMode="auto">
        <a:xfrm>
          <a:off x="955929" y="248802"/>
          <a:ext cx="2330904" cy="2330904"/>
        </a:xfrm>
        <a:custGeom>
          <a:avLst/>
          <a:gdLst/>
          <a:ahLst/>
          <a:cxnLst/>
          <a:rect l="0" t="0" r="0" b="0"/>
          <a:pathLst>
            <a:path>
              <a:moveTo>
                <a:pt x="1907030" y="2064530"/>
              </a:moveTo>
              <a:arcTo wR="1165452" hR="1165452" stAng="3029009" swAng="923510"/>
            </a:path>
          </a:pathLst>
        </a:custGeom>
        <a:noFill/>
        <a:ln w="6350" cap="flat" cmpd="sng" algn="ctr">
          <a:solidFill>
            <a:schemeClr val="accent3">
              <a:hueOff val="-426"/>
              <a:satOff val="-35"/>
              <a:lumOff val="21569"/>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1BB0BAF6-D791-43F6-A983-72E9547CE584}">
      <dsp:nvSpPr>
        <dsp:cNvPr id="0" name=""/>
        <dsp:cNvSpPr/>
      </dsp:nvSpPr>
      <dsp:spPr bwMode="auto">
        <a:xfrm>
          <a:off x="1740714" y="2332272"/>
          <a:ext cx="761335" cy="494868"/>
        </a:xfrm>
        <a:prstGeom prst="roundRect">
          <a:avLst/>
        </a:prstGeom>
        <a:solidFill>
          <a:schemeClr val="accent3">
            <a:hueOff val="-639"/>
            <a:satOff val="-52"/>
            <a:lumOff val="32353"/>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defRPr/>
          </a:pPr>
          <a:endParaRPr lang="ru-RU" sz="1300" kern="1200"/>
        </a:p>
      </dsp:txBody>
      <dsp:txXfrm>
        <a:off x="1764871" y="2356429"/>
        <a:ext cx="713021" cy="446554"/>
      </dsp:txXfrm>
    </dsp:sp>
    <dsp:sp modelId="{123BBC91-E054-4A9C-9DDC-931B8B91F06F}">
      <dsp:nvSpPr>
        <dsp:cNvPr id="0" name=""/>
        <dsp:cNvSpPr/>
      </dsp:nvSpPr>
      <dsp:spPr bwMode="auto">
        <a:xfrm>
          <a:off x="955929" y="248802"/>
          <a:ext cx="2330904" cy="2330904"/>
        </a:xfrm>
        <a:custGeom>
          <a:avLst/>
          <a:gdLst/>
          <a:ahLst/>
          <a:cxnLst/>
          <a:rect l="0" t="0" r="0" b="0"/>
          <a:pathLst>
            <a:path>
              <a:moveTo>
                <a:pt x="689104" y="2229111"/>
              </a:moveTo>
              <a:arcTo wR="1165452" hR="1165452" stAng="6847481" swAng="923510"/>
            </a:path>
          </a:pathLst>
        </a:custGeom>
        <a:noFill/>
        <a:ln w="6350" cap="flat" cmpd="sng" algn="ctr">
          <a:solidFill>
            <a:schemeClr val="accent3">
              <a:hueOff val="-639"/>
              <a:satOff val="-52"/>
              <a:lumOff val="32353"/>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105047F6-1D05-4578-9D9C-C394F2308211}">
      <dsp:nvSpPr>
        <dsp:cNvPr id="0" name=""/>
        <dsp:cNvSpPr/>
      </dsp:nvSpPr>
      <dsp:spPr bwMode="auto">
        <a:xfrm>
          <a:off x="731402" y="1749546"/>
          <a:ext cx="761335" cy="494868"/>
        </a:xfrm>
        <a:prstGeom prst="roundRect">
          <a:avLst/>
        </a:prstGeom>
        <a:solidFill>
          <a:schemeClr val="accent3">
            <a:hueOff val="-853"/>
            <a:satOff val="-70"/>
            <a:lumOff val="43138"/>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defRPr/>
          </a:pPr>
          <a:endParaRPr lang="ru-RU" sz="1300" kern="1200"/>
        </a:p>
      </dsp:txBody>
      <dsp:txXfrm>
        <a:off x="755559" y="1773703"/>
        <a:ext cx="713021" cy="446554"/>
      </dsp:txXfrm>
    </dsp:sp>
    <dsp:sp modelId="{CCA3AEBD-2EED-4551-BDAF-74305F324347}">
      <dsp:nvSpPr>
        <dsp:cNvPr id="0" name=""/>
        <dsp:cNvSpPr/>
      </dsp:nvSpPr>
      <dsp:spPr bwMode="auto">
        <a:xfrm>
          <a:off x="955929" y="248802"/>
          <a:ext cx="2330904" cy="2330904"/>
        </a:xfrm>
        <a:custGeom>
          <a:avLst/>
          <a:gdLst/>
          <a:ahLst/>
          <a:cxnLst/>
          <a:rect l="0" t="0" r="0" b="0"/>
          <a:pathLst>
            <a:path>
              <a:moveTo>
                <a:pt x="18155" y="1370363"/>
              </a:moveTo>
              <a:arcTo wR="1165452" hR="1165452" stAng="10192414" swAng="1215172"/>
            </a:path>
          </a:pathLst>
        </a:custGeom>
        <a:noFill/>
        <a:ln w="6350" cap="flat" cmpd="sng" algn="ctr">
          <a:solidFill>
            <a:schemeClr val="accent3">
              <a:hueOff val="-853"/>
              <a:satOff val="-70"/>
              <a:lumOff val="43138"/>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 modelId="{8BAD5170-16FF-44F1-A979-055AADB50096}">
      <dsp:nvSpPr>
        <dsp:cNvPr id="0" name=""/>
        <dsp:cNvSpPr/>
      </dsp:nvSpPr>
      <dsp:spPr bwMode="auto">
        <a:xfrm>
          <a:off x="731402" y="584094"/>
          <a:ext cx="761335" cy="494868"/>
        </a:xfrm>
        <a:prstGeom prst="roundRect">
          <a:avLst/>
        </a:prstGeom>
        <a:solidFill>
          <a:schemeClr val="accent3">
            <a:hueOff val="-1066"/>
            <a:satOff val="-87"/>
            <a:lumOff val="53922"/>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defRPr/>
          </a:pPr>
          <a:endParaRPr lang="ru-RU" sz="1300" kern="1200"/>
        </a:p>
      </dsp:txBody>
      <dsp:txXfrm>
        <a:off x="755559" y="608251"/>
        <a:ext cx="713021" cy="446554"/>
      </dsp:txXfrm>
    </dsp:sp>
    <dsp:sp modelId="{EFE3B9B2-EB6F-4C3E-837E-1E5BC1EBD797}">
      <dsp:nvSpPr>
        <dsp:cNvPr id="0" name=""/>
        <dsp:cNvSpPr/>
      </dsp:nvSpPr>
      <dsp:spPr bwMode="auto">
        <a:xfrm>
          <a:off x="955929" y="248802"/>
          <a:ext cx="2330904" cy="2330904"/>
        </a:xfrm>
        <a:custGeom>
          <a:avLst/>
          <a:gdLst/>
          <a:ahLst/>
          <a:cxnLst/>
          <a:rect l="0" t="0" r="0" b="0"/>
          <a:pathLst>
            <a:path>
              <a:moveTo>
                <a:pt x="423874" y="266374"/>
              </a:moveTo>
              <a:arcTo wR="1165452" hR="1165452" stAng="13829009" swAng="923510"/>
            </a:path>
          </a:pathLst>
        </a:custGeom>
        <a:noFill/>
        <a:ln w="6350" cap="flat" cmpd="sng" algn="ctr">
          <a:solidFill>
            <a:schemeClr val="accent3">
              <a:hueOff val="-1066"/>
              <a:satOff val="-87"/>
              <a:lumOff val="53922"/>
              <a:alphaOff val="0"/>
            </a:schemeClr>
          </a:solidFill>
          <a:prstDash val="solid"/>
          <a:miter lim="800000"/>
          <a:tailEnd type="arrow"/>
        </a:ln>
        <a:effectLst/>
      </dsp:spPr>
      <dsp:style>
        <a:lnRef idx="1">
          <a:srgbClr val="000000"/>
        </a:lnRef>
        <a:fillRef idx="0">
          <a:srgbClr val="000000"/>
        </a:fillRef>
        <a:effectRef idx="0">
          <a:srgbClr val="00000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79E23-72EA-4E13-B1E3-819891B7820D}">
      <dsp:nvSpPr>
        <dsp:cNvPr id="0" name=""/>
        <dsp:cNvSpPr/>
      </dsp:nvSpPr>
      <dsp:spPr bwMode="auto">
        <a:xfrm>
          <a:off x="79" y="998997"/>
          <a:ext cx="1275989" cy="10524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defRPr/>
          </a:pPr>
          <a:endParaRPr lang="ru-RU" sz="2000" kern="1200"/>
        </a:p>
        <a:p>
          <a:pPr marL="228600" lvl="1" indent="-228600" algn="l" defTabSz="889000">
            <a:lnSpc>
              <a:spcPct val="90000"/>
            </a:lnSpc>
            <a:spcBef>
              <a:spcPct val="0"/>
            </a:spcBef>
            <a:spcAft>
              <a:spcPct val="15000"/>
            </a:spcAft>
            <a:buChar char="•"/>
            <a:defRPr/>
          </a:pPr>
          <a:endParaRPr lang="ru-RU" sz="2000" kern="1200"/>
        </a:p>
      </dsp:txBody>
      <dsp:txXfrm>
        <a:off x="24298" y="1023216"/>
        <a:ext cx="1227551" cy="778467"/>
      </dsp:txXfrm>
    </dsp:sp>
    <dsp:sp modelId="{DB7C6154-34A0-4ED6-AFC9-88C56DB0DFCC}">
      <dsp:nvSpPr>
        <dsp:cNvPr id="0" name=""/>
        <dsp:cNvSpPr/>
      </dsp:nvSpPr>
      <dsp:spPr bwMode="auto">
        <a:xfrm>
          <a:off x="761828" y="1356092"/>
          <a:ext cx="1283493" cy="1283493"/>
        </a:xfrm>
        <a:prstGeom prst="leftCircularArrow">
          <a:avLst>
            <a:gd name="adj1" fmla="val 2636"/>
            <a:gd name="adj2" fmla="val 320426"/>
            <a:gd name="adj3" fmla="val 1968501"/>
            <a:gd name="adj4" fmla="val 8897053"/>
            <a:gd name="adj5" fmla="val 3075"/>
          </a:avLst>
        </a:prstGeom>
        <a:solidFill>
          <a:schemeClr val="accent1">
            <a:tint val="60000"/>
            <a:hueOff val="0"/>
            <a:satOff val="0"/>
            <a:lumOff val="0"/>
            <a:alphaOff val="0"/>
          </a:schemeClr>
        </a:solidFill>
        <a:ln>
          <a:noFill/>
        </a:ln>
        <a:effectLst/>
      </dsp:spPr>
      <dsp:style>
        <a:lnRef idx="0">
          <a:srgbClr val="000000"/>
        </a:lnRef>
        <a:fillRef idx="1">
          <a:srgbClr val="000000"/>
        </a:fillRef>
        <a:effectRef idx="0">
          <a:srgbClr val="000000"/>
        </a:effectRef>
        <a:fontRef idx="minor">
          <a:schemeClr val="lt1"/>
        </a:fontRef>
      </dsp:style>
    </dsp:sp>
    <dsp:sp modelId="{102DEEDD-176B-4349-98D0-0A1686F61BDA}">
      <dsp:nvSpPr>
        <dsp:cNvPr id="0" name=""/>
        <dsp:cNvSpPr/>
      </dsp:nvSpPr>
      <dsp:spPr bwMode="auto">
        <a:xfrm>
          <a:off x="321731" y="1864904"/>
          <a:ext cx="1134213" cy="451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defRPr/>
          </a:pPr>
          <a:endParaRPr lang="ru-RU" sz="2300" kern="1200"/>
        </a:p>
      </dsp:txBody>
      <dsp:txXfrm>
        <a:off x="334941" y="1878114"/>
        <a:ext cx="1107793" cy="424619"/>
      </dsp:txXfrm>
    </dsp:sp>
    <dsp:sp modelId="{939A261A-155E-48E1-BCB2-FA576C29C2D2}">
      <dsp:nvSpPr>
        <dsp:cNvPr id="0" name=""/>
        <dsp:cNvSpPr/>
      </dsp:nvSpPr>
      <dsp:spPr bwMode="auto">
        <a:xfrm>
          <a:off x="1578931" y="998997"/>
          <a:ext cx="1275989" cy="10524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defRPr/>
          </a:pPr>
          <a:endParaRPr lang="ru-RU" sz="2000" kern="1200"/>
        </a:p>
        <a:p>
          <a:pPr marL="228600" lvl="1" indent="-228600" algn="l" defTabSz="889000">
            <a:lnSpc>
              <a:spcPct val="90000"/>
            </a:lnSpc>
            <a:spcBef>
              <a:spcPct val="0"/>
            </a:spcBef>
            <a:spcAft>
              <a:spcPct val="15000"/>
            </a:spcAft>
            <a:buChar char="•"/>
            <a:defRPr/>
          </a:pPr>
          <a:endParaRPr lang="ru-RU" sz="2000" kern="1200"/>
        </a:p>
      </dsp:txBody>
      <dsp:txXfrm>
        <a:off x="1603150" y="1248736"/>
        <a:ext cx="1227551" cy="778467"/>
      </dsp:txXfrm>
    </dsp:sp>
    <dsp:sp modelId="{CECA55B0-2444-46F6-AF9C-DED775E34FF0}">
      <dsp:nvSpPr>
        <dsp:cNvPr id="0" name=""/>
        <dsp:cNvSpPr/>
      </dsp:nvSpPr>
      <dsp:spPr bwMode="auto">
        <a:xfrm>
          <a:off x="2300581" y="378397"/>
          <a:ext cx="1489517" cy="1489517"/>
        </a:xfrm>
        <a:prstGeom prst="circularArrow">
          <a:avLst>
            <a:gd name="adj1" fmla="val 2271"/>
            <a:gd name="adj2" fmla="val 273786"/>
            <a:gd name="adj3" fmla="val 19550703"/>
            <a:gd name="adj4" fmla="val 12575511"/>
            <a:gd name="adj5" fmla="val 2650"/>
          </a:avLst>
        </a:prstGeom>
        <a:solidFill>
          <a:schemeClr val="accent1">
            <a:tint val="60000"/>
            <a:hueOff val="0"/>
            <a:satOff val="0"/>
            <a:lumOff val="0"/>
            <a:alphaOff val="0"/>
          </a:schemeClr>
        </a:solidFill>
        <a:ln>
          <a:noFill/>
        </a:ln>
        <a:effectLst/>
      </dsp:spPr>
      <dsp:style>
        <a:lnRef idx="0">
          <a:srgbClr val="000000"/>
        </a:lnRef>
        <a:fillRef idx="1">
          <a:srgbClr val="000000"/>
        </a:fillRef>
        <a:effectRef idx="0">
          <a:srgbClr val="000000"/>
        </a:effectRef>
        <a:fontRef idx="minor">
          <a:schemeClr val="lt1"/>
        </a:fontRef>
      </dsp:style>
    </dsp:sp>
    <dsp:sp modelId="{441364F7-5026-488A-A0A7-73942CE8092D}">
      <dsp:nvSpPr>
        <dsp:cNvPr id="0" name=""/>
        <dsp:cNvSpPr/>
      </dsp:nvSpPr>
      <dsp:spPr bwMode="auto">
        <a:xfrm>
          <a:off x="1862484" y="773478"/>
          <a:ext cx="1134213" cy="451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defRPr/>
          </a:pPr>
          <a:endParaRPr lang="ru-RU" sz="2300" kern="1200"/>
        </a:p>
      </dsp:txBody>
      <dsp:txXfrm>
        <a:off x="1875694" y="786688"/>
        <a:ext cx="1107793" cy="424619"/>
      </dsp:txXfrm>
    </dsp:sp>
    <dsp:sp modelId="{D43D23F5-85BC-4B93-BD41-45E397E7A0A4}">
      <dsp:nvSpPr>
        <dsp:cNvPr id="0" name=""/>
        <dsp:cNvSpPr/>
      </dsp:nvSpPr>
      <dsp:spPr bwMode="auto">
        <a:xfrm>
          <a:off x="3157783" y="998997"/>
          <a:ext cx="1275989" cy="10524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defRPr/>
          </a:pPr>
          <a:endParaRPr lang="ru-RU" sz="2000" kern="1200"/>
        </a:p>
        <a:p>
          <a:pPr marL="228600" lvl="1" indent="-228600" algn="l" defTabSz="889000">
            <a:lnSpc>
              <a:spcPct val="90000"/>
            </a:lnSpc>
            <a:spcBef>
              <a:spcPct val="0"/>
            </a:spcBef>
            <a:spcAft>
              <a:spcPct val="15000"/>
            </a:spcAft>
            <a:buChar char="•"/>
            <a:defRPr/>
          </a:pPr>
          <a:endParaRPr lang="ru-RU" sz="2000" kern="1200"/>
        </a:p>
      </dsp:txBody>
      <dsp:txXfrm>
        <a:off x="3182002" y="1023216"/>
        <a:ext cx="1227551" cy="778467"/>
      </dsp:txXfrm>
    </dsp:sp>
    <dsp:sp modelId="{FBF035A1-B62C-4BD5-913B-E163C541A0AF}">
      <dsp:nvSpPr>
        <dsp:cNvPr id="0" name=""/>
        <dsp:cNvSpPr/>
      </dsp:nvSpPr>
      <dsp:spPr bwMode="auto">
        <a:xfrm>
          <a:off x="3441336" y="1825902"/>
          <a:ext cx="1134213" cy="451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defRPr/>
          </a:pPr>
          <a:endParaRPr lang="ru-RU" sz="2300" kern="1200"/>
        </a:p>
      </dsp:txBody>
      <dsp:txXfrm>
        <a:off x="3454546" y="1839112"/>
        <a:ext cx="1107793" cy="4246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D4592F-AC46-4F1C-A8F6-54B6EF7DB4BE}">
      <dsp:nvSpPr>
        <dsp:cNvPr id="0" name=""/>
        <dsp:cNvSpPr/>
      </dsp:nvSpPr>
      <dsp:spPr bwMode="auto">
        <a:xfrm>
          <a:off x="1039735" y="175399"/>
          <a:ext cx="2562352" cy="2562352"/>
        </a:xfrm>
        <a:prstGeom prst="pie">
          <a:avLst>
            <a:gd name="adj1" fmla="val 16200000"/>
            <a:gd name="adj2" fmla="val 1928571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endParaRPr lang="ru-RU" sz="1400" kern="1200"/>
        </a:p>
      </dsp:txBody>
      <dsp:txXfrm>
        <a:off x="2346230" y="419432"/>
        <a:ext cx="701596" cy="442310"/>
      </dsp:txXfrm>
    </dsp:sp>
    <dsp:sp modelId="{270B1912-86D8-4581-A237-D33252E39DD5}">
      <dsp:nvSpPr>
        <dsp:cNvPr id="0" name=""/>
        <dsp:cNvSpPr/>
      </dsp:nvSpPr>
      <dsp:spPr bwMode="auto">
        <a:xfrm>
          <a:off x="973541" y="312668"/>
          <a:ext cx="2562352" cy="2562352"/>
        </a:xfrm>
        <a:prstGeom prst="pie">
          <a:avLst>
            <a:gd name="adj1" fmla="val 19285716"/>
            <a:gd name="adj2" fmla="val 771428"/>
          </a:avLst>
        </a:prstGeom>
        <a:solidFill>
          <a:schemeClr val="accent4">
            <a:hueOff val="-44722"/>
            <a:satOff val="-165"/>
            <a:lumOff val="-4673"/>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endParaRPr lang="ru-RU" sz="1400" kern="1200"/>
        </a:p>
      </dsp:txBody>
      <dsp:txXfrm>
        <a:off x="2727533" y="1227794"/>
        <a:ext cx="744302" cy="472815"/>
      </dsp:txXfrm>
    </dsp:sp>
    <dsp:sp modelId="{3A398875-4E46-4BF5-8342-B5B5F14225A1}">
      <dsp:nvSpPr>
        <dsp:cNvPr id="0" name=""/>
        <dsp:cNvSpPr/>
      </dsp:nvSpPr>
      <dsp:spPr bwMode="auto">
        <a:xfrm>
          <a:off x="973541" y="312668"/>
          <a:ext cx="2562352" cy="2562352"/>
        </a:xfrm>
        <a:prstGeom prst="pie">
          <a:avLst>
            <a:gd name="adj1" fmla="val 771428"/>
            <a:gd name="adj2" fmla="val 3857143"/>
          </a:avLst>
        </a:prstGeom>
        <a:solidFill>
          <a:schemeClr val="accent4">
            <a:hueOff val="-89443"/>
            <a:satOff val="-330"/>
            <a:lumOff val="-9346"/>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br>
            <a:rPr lang="ru-RU" sz="1400" kern="1200"/>
          </a:br>
          <a:endParaRPr lang="ru-RU" sz="1400" kern="1200"/>
        </a:p>
      </dsp:txBody>
      <dsp:txXfrm>
        <a:off x="2620768" y="1837878"/>
        <a:ext cx="671092" cy="488067"/>
      </dsp:txXfrm>
    </dsp:sp>
    <dsp:sp modelId="{8C964A33-12D4-4298-931A-0098EA44663B}">
      <dsp:nvSpPr>
        <dsp:cNvPr id="0" name=""/>
        <dsp:cNvSpPr/>
      </dsp:nvSpPr>
      <dsp:spPr bwMode="auto">
        <a:xfrm>
          <a:off x="973541" y="312668"/>
          <a:ext cx="2562352" cy="2562352"/>
        </a:xfrm>
        <a:prstGeom prst="pie">
          <a:avLst>
            <a:gd name="adj1" fmla="val 3857226"/>
            <a:gd name="adj2" fmla="val 6942858"/>
          </a:avLst>
        </a:prstGeom>
        <a:solidFill>
          <a:schemeClr val="accent4">
            <a:hueOff val="-134165"/>
            <a:satOff val="-495"/>
            <a:lumOff val="-14019"/>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br>
            <a:rPr lang="ru-RU" sz="1400" kern="1200"/>
          </a:br>
          <a:endParaRPr lang="ru-RU" sz="1400" kern="1200"/>
        </a:p>
      </dsp:txBody>
      <dsp:txXfrm>
        <a:off x="1911545" y="2325945"/>
        <a:ext cx="686344" cy="488067"/>
      </dsp:txXfrm>
    </dsp:sp>
    <dsp:sp modelId="{F0FD3AF4-9BBB-4381-9815-F1BB890D2F55}">
      <dsp:nvSpPr>
        <dsp:cNvPr id="0" name=""/>
        <dsp:cNvSpPr/>
      </dsp:nvSpPr>
      <dsp:spPr bwMode="auto">
        <a:xfrm>
          <a:off x="973541" y="312668"/>
          <a:ext cx="2562352" cy="2562352"/>
        </a:xfrm>
        <a:prstGeom prst="pie">
          <a:avLst>
            <a:gd name="adj1" fmla="val 6942858"/>
            <a:gd name="adj2" fmla="val 10028574"/>
          </a:avLst>
        </a:prstGeom>
        <a:solidFill>
          <a:schemeClr val="accent4">
            <a:hueOff val="-178887"/>
            <a:satOff val="-661"/>
            <a:lumOff val="-18693"/>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br>
            <a:rPr lang="ru-RU" sz="1400" kern="1200"/>
          </a:br>
          <a:endParaRPr lang="ru-RU" sz="1400" kern="1200"/>
        </a:p>
      </dsp:txBody>
      <dsp:txXfrm>
        <a:off x="1217575" y="1837878"/>
        <a:ext cx="671092" cy="488067"/>
      </dsp:txXfrm>
    </dsp:sp>
    <dsp:sp modelId="{A10EABC5-ACAA-456C-9D2F-B9498E650B37}">
      <dsp:nvSpPr>
        <dsp:cNvPr id="0" name=""/>
        <dsp:cNvSpPr/>
      </dsp:nvSpPr>
      <dsp:spPr bwMode="auto">
        <a:xfrm>
          <a:off x="973541" y="312668"/>
          <a:ext cx="2562352" cy="2562352"/>
        </a:xfrm>
        <a:prstGeom prst="pie">
          <a:avLst>
            <a:gd name="adj1" fmla="val 10028574"/>
            <a:gd name="adj2" fmla="val 13114284"/>
          </a:avLst>
        </a:prstGeom>
        <a:solidFill>
          <a:schemeClr val="accent4">
            <a:hueOff val="-223608"/>
            <a:satOff val="-826"/>
            <a:lumOff val="-23366"/>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br>
            <a:rPr lang="ru-RU" sz="1400" kern="1200"/>
          </a:br>
          <a:endParaRPr lang="ru-RU" sz="1400" kern="1200"/>
        </a:p>
      </dsp:txBody>
      <dsp:txXfrm>
        <a:off x="1037600" y="1227794"/>
        <a:ext cx="744302" cy="472815"/>
      </dsp:txXfrm>
    </dsp:sp>
    <dsp:sp modelId="{26F44D30-FBE5-4672-8998-D4076DB60DDB}">
      <dsp:nvSpPr>
        <dsp:cNvPr id="0" name=""/>
        <dsp:cNvSpPr/>
      </dsp:nvSpPr>
      <dsp:spPr bwMode="auto">
        <a:xfrm>
          <a:off x="973541" y="312668"/>
          <a:ext cx="2562352" cy="2562352"/>
        </a:xfrm>
        <a:prstGeom prst="pie">
          <a:avLst>
            <a:gd name="adj1" fmla="val 13114284"/>
            <a:gd name="adj2" fmla="val 16200000"/>
          </a:avLst>
        </a:prstGeom>
        <a:solidFill>
          <a:schemeClr val="accent4">
            <a:hueOff val="-268330"/>
            <a:satOff val="-991"/>
            <a:lumOff val="-28039"/>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defRPr/>
          </a:pPr>
          <a:br>
            <a:rPr lang="ru-RU" sz="1400" kern="1200"/>
          </a:br>
          <a:endParaRPr lang="ru-RU" sz="1400" kern="1200"/>
        </a:p>
      </dsp:txBody>
      <dsp:txXfrm>
        <a:off x="1528717" y="556701"/>
        <a:ext cx="701596" cy="442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FE07C-5874-427D-A208-9BD22A2BE073}">
      <dsp:nvSpPr>
        <dsp:cNvPr id="0" name=""/>
        <dsp:cNvSpPr/>
      </dsp:nvSpPr>
      <dsp:spPr bwMode="auto">
        <a:xfrm>
          <a:off x="2414625" y="443859"/>
          <a:ext cx="368156" cy="501361"/>
        </a:xfrm>
        <a:custGeom>
          <a:avLst/>
          <a:gdLst/>
          <a:ahLst/>
          <a:cxnLst/>
          <a:rect l="0" t="0" r="0" b="0"/>
          <a:pathLst>
            <a:path>
              <a:moveTo>
                <a:pt x="368156" y="0"/>
              </a:moveTo>
              <a:lnTo>
                <a:pt x="368156" y="501361"/>
              </a:lnTo>
              <a:lnTo>
                <a:pt x="0" y="5013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E38EC4CC-6E31-4955-82BC-88806464C9ED}">
      <dsp:nvSpPr>
        <dsp:cNvPr id="0" name=""/>
        <dsp:cNvSpPr/>
      </dsp:nvSpPr>
      <dsp:spPr bwMode="auto">
        <a:xfrm>
          <a:off x="2782782" y="443859"/>
          <a:ext cx="1235918" cy="1062483"/>
        </a:xfrm>
        <a:custGeom>
          <a:avLst/>
          <a:gdLst/>
          <a:ahLst/>
          <a:cxnLst/>
          <a:rect l="0" t="0" r="0" b="0"/>
          <a:pathLst>
            <a:path>
              <a:moveTo>
                <a:pt x="0" y="0"/>
              </a:moveTo>
              <a:lnTo>
                <a:pt x="0" y="934401"/>
              </a:lnTo>
              <a:lnTo>
                <a:pt x="1235918" y="934401"/>
              </a:lnTo>
              <a:lnTo>
                <a:pt x="1235918" y="10624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F6EEAC72-CA9B-4599-81A3-2F67CA23BDDD}">
      <dsp:nvSpPr>
        <dsp:cNvPr id="0" name=""/>
        <dsp:cNvSpPr/>
      </dsp:nvSpPr>
      <dsp:spPr bwMode="auto">
        <a:xfrm>
          <a:off x="2542707" y="443859"/>
          <a:ext cx="240074" cy="1062483"/>
        </a:xfrm>
        <a:custGeom>
          <a:avLst/>
          <a:gdLst/>
          <a:ahLst/>
          <a:cxnLst/>
          <a:rect l="0" t="0" r="0" b="0"/>
          <a:pathLst>
            <a:path>
              <a:moveTo>
                <a:pt x="240074" y="0"/>
              </a:moveTo>
              <a:lnTo>
                <a:pt x="240074" y="934401"/>
              </a:lnTo>
              <a:lnTo>
                <a:pt x="0" y="934401"/>
              </a:lnTo>
              <a:lnTo>
                <a:pt x="0" y="10624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E488D139-D1F8-4A98-BB25-B3B0BAB97AAC}">
      <dsp:nvSpPr>
        <dsp:cNvPr id="0" name=""/>
        <dsp:cNvSpPr/>
      </dsp:nvSpPr>
      <dsp:spPr bwMode="auto">
        <a:xfrm>
          <a:off x="1066714" y="443859"/>
          <a:ext cx="1716067" cy="1062483"/>
        </a:xfrm>
        <a:custGeom>
          <a:avLst/>
          <a:gdLst/>
          <a:ahLst/>
          <a:cxnLst/>
          <a:rect l="0" t="0" r="0" b="0"/>
          <a:pathLst>
            <a:path>
              <a:moveTo>
                <a:pt x="1716067" y="0"/>
              </a:moveTo>
              <a:lnTo>
                <a:pt x="1716067" y="934401"/>
              </a:lnTo>
              <a:lnTo>
                <a:pt x="0" y="934401"/>
              </a:lnTo>
              <a:lnTo>
                <a:pt x="0" y="10624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sp>
    <dsp:sp modelId="{05156277-056E-4AFC-AEA5-44595AE9D890}">
      <dsp:nvSpPr>
        <dsp:cNvPr id="0" name=""/>
        <dsp:cNvSpPr/>
      </dsp:nvSpPr>
      <dsp:spPr bwMode="auto">
        <a:xfrm>
          <a:off x="2172867" y="60698"/>
          <a:ext cx="1219829" cy="3831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2172867" y="60698"/>
        <a:ext cx="1219829" cy="383160"/>
      </dsp:txXfrm>
    </dsp:sp>
    <dsp:sp modelId="{157E65B6-DBBA-435C-A994-B243EA31C7BF}">
      <dsp:nvSpPr>
        <dsp:cNvPr id="0" name=""/>
        <dsp:cNvSpPr/>
      </dsp:nvSpPr>
      <dsp:spPr bwMode="auto">
        <a:xfrm>
          <a:off x="456799" y="1506342"/>
          <a:ext cx="1219829" cy="3831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456799" y="1506342"/>
        <a:ext cx="1219829" cy="383160"/>
      </dsp:txXfrm>
    </dsp:sp>
    <dsp:sp modelId="{4FCC8D14-0950-4BB3-8BBE-448D00FC7CBA}">
      <dsp:nvSpPr>
        <dsp:cNvPr id="0" name=""/>
        <dsp:cNvSpPr/>
      </dsp:nvSpPr>
      <dsp:spPr bwMode="auto">
        <a:xfrm>
          <a:off x="1932792" y="1506342"/>
          <a:ext cx="1219829" cy="3831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1932792" y="1506342"/>
        <a:ext cx="1219829" cy="383160"/>
      </dsp:txXfrm>
    </dsp:sp>
    <dsp:sp modelId="{96170C1A-7A10-49B7-942E-33D60C4D402F}">
      <dsp:nvSpPr>
        <dsp:cNvPr id="0" name=""/>
        <dsp:cNvSpPr/>
      </dsp:nvSpPr>
      <dsp:spPr bwMode="auto">
        <a:xfrm>
          <a:off x="3408786" y="1506342"/>
          <a:ext cx="1219829" cy="3831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3408786" y="1506342"/>
        <a:ext cx="1219829" cy="383160"/>
      </dsp:txXfrm>
    </dsp:sp>
    <dsp:sp modelId="{869B7DA9-7C91-41FE-9464-DEFBC6185314}">
      <dsp:nvSpPr>
        <dsp:cNvPr id="0" name=""/>
        <dsp:cNvSpPr/>
      </dsp:nvSpPr>
      <dsp:spPr bwMode="auto">
        <a:xfrm>
          <a:off x="1194796" y="753641"/>
          <a:ext cx="1219829" cy="3831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defRPr/>
          </a:pPr>
          <a:endParaRPr lang="ru-RU" sz="2500" kern="1200"/>
        </a:p>
      </dsp:txBody>
      <dsp:txXfrm>
        <a:off x="1194796" y="753641"/>
        <a:ext cx="1219829" cy="383160"/>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1">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chPref val="1"/>
      <dgm:dir/>
      <dgm:animOne val="branch"/>
      <dgm:animLvl val="lvl"/>
      <dgm:resizeHandles val="exact"/>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FA8369F-9FFB-48DA-B7CC-39FE5480EFE6}" type="datetimeFigureOut">
              <a:rPr lang="ru-RU" smtClean="0"/>
              <a:t>29.05.2026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8BE099E-78D5-446B-839C-50A8AC7E2368}" type="slidenum">
              <a:rPr lang="ru-RU" smtClean="0"/>
              <a:t>‹#›</a:t>
            </a:fld>
            <a:endParaRPr lang="ru-RU"/>
          </a:p>
        </p:txBody>
      </p:sp>
    </p:spTree>
    <p:extLst>
      <p:ext uri="{BB962C8B-B14F-4D97-AF65-F5344CB8AC3E}">
        <p14:creationId xmlns:p14="http://schemas.microsoft.com/office/powerpoint/2010/main" val="53858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8BE099E-78D5-446B-839C-50A8AC7E2368}" type="slidenum">
              <a:rPr lang="ru-RU" smtClean="0"/>
              <a:t>1</a:t>
            </a:fld>
            <a:endParaRPr lang="ru-RU"/>
          </a:p>
        </p:txBody>
      </p:sp>
    </p:spTree>
    <p:extLst>
      <p:ext uri="{BB962C8B-B14F-4D97-AF65-F5344CB8AC3E}">
        <p14:creationId xmlns:p14="http://schemas.microsoft.com/office/powerpoint/2010/main" val="3419570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Силовой тренинг — массовое занятие, и тем, кто тренируется, важно отслеживать прогресс и грамотно планировать веса. Я проанализировал популярные приложения — Strong, Hevy, FitNotes, Jefit — и увидел, что каждое закрывает лишь часть задач: где-то нет локального машинного обучения, где-то нет полноценной автономной работы, где-то функции спрятаны за подпиской. Ниша FitApp — объединить автономную работу, локальный прогноз без подписки, планировщик нагрузки, поддержку и Android, и Windows, и синхронизацию между устройствами.</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работы — разработать кроссплатформенное приложение для учёта силовых тренировок с локальным прогнозом одноповторного максимума, планировщиком нагрузки и облачной синхронизацией. Для её достижения я поставил шесть задач: проанализировать аналоги, спроектировать архитектуру и базу данных, реализовать клиентское приложение, обучить ML-модель и перевести её в формат ONNX, реализовать протокол синхронизации, и провести тестирование. Дальше покажу, что получилось по каждому направлению.</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Сравнение по ключевым критериям свёл в таблицу. Главное отличие FitApp — это единственное решение с поддержкой Windows и единственное с локальным прогнозом одноповторного максимума. Автономную работу и RPE поддерживают и некоторые аналоги, но планировщик нагрузки либо платный, либо отсутствует. Вывод: FitApp объединяет все ключевые функции в одном бесплатном продукте с открытым исходным кодом.</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58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3"/>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4"/>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29.05.2026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5"/>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slide" Target="slide21.xml"/><Relationship Id="rId1" Type="http://schemas.openxmlformats.org/officeDocument/2006/relationships/slideLayout" Target="../slideLayouts/slideLayout9.xml"/><Relationship Id="rId6" Type="http://schemas.openxmlformats.org/officeDocument/2006/relationships/slide" Target="slide22.xml"/><Relationship Id="rId5" Type="http://schemas.openxmlformats.org/officeDocument/2006/relationships/image" Target="../media/image7.png"/><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image" Target="../media/image10.png"/><Relationship Id="rId21" Type="http://schemas.openxmlformats.org/officeDocument/2006/relationships/image" Target="../media/image28.png"/><Relationship Id="rId34" Type="http://schemas.openxmlformats.org/officeDocument/2006/relationships/image" Target="../media/image41.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image" Target="../media/image36.png"/><Relationship Id="rId1" Type="http://schemas.openxmlformats.org/officeDocument/2006/relationships/slideLayout" Target="../slideLayouts/slideLayout20.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8" Type="http://schemas.openxmlformats.org/officeDocument/2006/relationships/image" Target="../media/image15.png"/></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26" Type="http://schemas.microsoft.com/office/2007/relationships/diagramDrawing" Target="../diagrams/drawing5.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5" Type="http://schemas.openxmlformats.org/officeDocument/2006/relationships/diagramColors" Target="../diagrams/colors5.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1" Type="http://schemas.openxmlformats.org/officeDocument/2006/relationships/slideLayout" Target="../slideLayouts/slideLayout20.xml"/><Relationship Id="rId6" Type="http://schemas.microsoft.com/office/2007/relationships/diagramDrawing" Target="../diagrams/drawing1.xml"/><Relationship Id="rId11" Type="http://schemas.microsoft.com/office/2007/relationships/diagramDrawing" Target="../diagrams/drawing2.xml"/><Relationship Id="rId24" Type="http://schemas.openxmlformats.org/officeDocument/2006/relationships/diagramQuickStyle" Target="../diagrams/quickStyle5.xml"/><Relationship Id="rId5" Type="http://schemas.openxmlformats.org/officeDocument/2006/relationships/diagramColors" Target="../diagrams/colors1.xml"/><Relationship Id="rId15" Type="http://schemas.openxmlformats.org/officeDocument/2006/relationships/diagramColors" Target="../diagrams/colors3.xml"/><Relationship Id="rId23" Type="http://schemas.openxmlformats.org/officeDocument/2006/relationships/diagramLayout" Target="../diagrams/layout5.xml"/><Relationship Id="rId10" Type="http://schemas.openxmlformats.org/officeDocument/2006/relationships/diagramColors" Target="../diagrams/colors2.xml"/><Relationship Id="rId19" Type="http://schemas.openxmlformats.org/officeDocument/2006/relationships/diagramQuickStyle" Target="../diagrams/quickStyle4.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 Id="rId22" Type="http://schemas.openxmlformats.org/officeDocument/2006/relationships/diagramData" Target="../diagrams/data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a:xfrm>
            <a:off x="3795393" y="5178859"/>
            <a:ext cx="8056247" cy="1086389"/>
          </a:xfrm>
        </p:spPr>
        <p:txBody>
          <a:bodyPr/>
          <a:lstStyle/>
          <a:p>
            <a:pPr>
              <a:defRPr/>
            </a:pPr>
            <a:r>
              <a:rPr lang="ru-RU" dirty="0"/>
              <a:t>Студент: Герасимов Александр Евгеньевич</a:t>
            </a:r>
          </a:p>
          <a:p>
            <a:pPr>
              <a:defRPr/>
            </a:pPr>
            <a:r>
              <a:rPr lang="ru-RU" dirty="0"/>
              <a:t>Группа: БЭИ2202</a:t>
            </a:r>
          </a:p>
          <a:p>
            <a:pPr>
              <a:defRPr/>
            </a:pPr>
            <a:r>
              <a:rPr lang="ru-RU" dirty="0"/>
              <a:t>Научный руководитель: доцент к.т.н. Карташов Д.А.</a:t>
            </a:r>
            <a:br>
              <a:rPr lang="ru-RU" dirty="0"/>
            </a:br>
            <a:r>
              <a:rPr lang="ru-RU" dirty="0"/>
              <a:t>Консультант</a:t>
            </a:r>
            <a:r>
              <a:rPr lang="en-US" dirty="0"/>
              <a:t>:</a:t>
            </a:r>
            <a:r>
              <a:rPr lang="ru-RU" dirty="0"/>
              <a:t> Борисов С.П.</a:t>
            </a:r>
          </a:p>
          <a:p>
            <a:pPr>
              <a:defRPr/>
            </a:pPr>
            <a:endParaRPr lang="ru-RU" dirty="0"/>
          </a:p>
        </p:txBody>
      </p:sp>
      <p:sp>
        <p:nvSpPr>
          <p:cNvPr id="8" name="Текст 7"/>
          <p:cNvSpPr>
            <a:spLocks noGrp="1"/>
          </p:cNvSpPr>
          <p:nvPr>
            <p:ph type="body" sz="quarter" idx="13"/>
          </p:nvPr>
        </p:nvSpPr>
        <p:spPr bwMode="auto">
          <a:xfrm>
            <a:off x="3800791" y="4003199"/>
            <a:ext cx="8050849" cy="1086389"/>
          </a:xfrm>
        </p:spPr>
        <p:txBody>
          <a:bodyPr/>
          <a:lstStyle/>
          <a:p>
            <a:pPr>
              <a:defRPr/>
            </a:pPr>
            <a:r>
              <a:rPr lang="ru-RU" dirty="0"/>
              <a:t>Разработка информационной системы для учета и планирования спортивных тренировок</a:t>
            </a:r>
          </a:p>
        </p:txBody>
      </p:sp>
      <p:sp>
        <p:nvSpPr>
          <p:cNvPr id="9" name="Текст 8"/>
          <p:cNvSpPr>
            <a:spLocks noGrp="1"/>
          </p:cNvSpPr>
          <p:nvPr>
            <p:ph type="body" sz="quarter" idx="14"/>
          </p:nvPr>
        </p:nvSpPr>
        <p:spPr bwMode="auto"/>
        <p:txBody>
          <a:bodyPr/>
          <a:lstStyle/>
          <a:p>
            <a:pPr>
              <a:defRPr/>
            </a:pPr>
            <a:r>
              <a:rPr lang="en-US" dirty="0"/>
              <a:t>29.05.2026</a:t>
            </a:r>
            <a:endParaRPr lang="ru-RU" dirty="0"/>
          </a:p>
        </p:txBody>
      </p:sp>
      <p:sp>
        <p:nvSpPr>
          <p:cNvPr id="6" name="Заголовок 5"/>
          <p:cNvSpPr>
            <a:spLocks noGrp="1"/>
          </p:cNvSpPr>
          <p:nvPr>
            <p:ph type="title"/>
          </p:nvPr>
        </p:nvSpPr>
        <p:spPr bwMode="auto">
          <a:xfrm>
            <a:off x="3806189" y="1199038"/>
            <a:ext cx="8045451" cy="2517767"/>
          </a:xfrm>
        </p:spPr>
        <p:txBody>
          <a:bodyPr/>
          <a:lstStyle/>
          <a:p>
            <a:pPr>
              <a:defRPr/>
            </a:pPr>
            <a:r>
              <a:rPr lang="ru-RU" dirty="0"/>
              <a:t>ВЫПУСКНАЯ КВАЛИФИКАЦИОННАЯ РАБОТА БАКАЛАВРА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822960"/>
          </a:xfrm>
          <a:prstGeom prst="rect">
            <a:avLst/>
          </a:prstGeom>
          <a:noFill/>
          <a:ln/>
        </p:spPr>
        <p:txBody>
          <a:bodyPr wrap="square" rtlCol="0" anchor="ctr"/>
          <a:lstStyle/>
          <a:p>
            <a:pPr marL="0" indent="0">
              <a:buNone/>
            </a:pPr>
            <a:r>
              <a:rPr lang="en-US" sz="3400" b="1" dirty="0">
                <a:solidFill>
                  <a:srgbClr val="1E2761"/>
                </a:solidFill>
                <a:ea typeface="Georgia" pitchFamily="34" charset="-122"/>
                <a:cs typeface="Georgia" pitchFamily="34" charset="-120"/>
              </a:rPr>
              <a:t>Актуальность темы</a:t>
            </a:r>
            <a:endParaRPr lang="en-US" sz="3400" dirty="0"/>
          </a:p>
        </p:txBody>
      </p:sp>
      <p:sp>
        <p:nvSpPr>
          <p:cNvPr id="3" name="Text 1"/>
          <p:cNvSpPr/>
          <p:nvPr/>
        </p:nvSpPr>
        <p:spPr>
          <a:xfrm>
            <a:off x="548640" y="1463040"/>
            <a:ext cx="6400800" cy="3200400"/>
          </a:xfrm>
          <a:prstGeom prst="rect">
            <a:avLst/>
          </a:prstGeom>
          <a:noFill/>
          <a:ln/>
        </p:spPr>
        <p:txBody>
          <a:bodyPr wrap="square" rtlCol="0" anchor="t"/>
          <a:lstStyle/>
          <a:p>
            <a:pPr marL="342900" indent="-342900">
              <a:lnSpc>
                <a:spcPct val="105000"/>
              </a:lnSpc>
              <a:spcAft>
                <a:spcPts val="800"/>
              </a:spcAft>
              <a:buSzPct val="100000"/>
              <a:buChar char="•"/>
            </a:pPr>
            <a:r>
              <a:rPr lang="en-US" sz="1700" dirty="0">
                <a:solidFill>
                  <a:srgbClr val="44474F"/>
                </a:solidFill>
                <a:ea typeface="Calibri" pitchFamily="34" charset="-122"/>
                <a:cs typeface="Calibri" pitchFamily="34" charset="-120"/>
              </a:rPr>
              <a:t>Силовой тренинг — массовая практика, требующая систематического учёта нагрузки.</a:t>
            </a:r>
            <a:endParaRPr lang="en-US" sz="1700" dirty="0"/>
          </a:p>
          <a:p>
            <a:pPr marL="342900" indent="-342900">
              <a:lnSpc>
                <a:spcPct val="105000"/>
              </a:lnSpc>
              <a:spcAft>
                <a:spcPts val="800"/>
              </a:spcAft>
              <a:buSzPct val="100000"/>
              <a:buChar char="•"/>
            </a:pPr>
            <a:r>
              <a:rPr lang="en-US" sz="1700" dirty="0">
                <a:solidFill>
                  <a:srgbClr val="44474F"/>
                </a:solidFill>
                <a:ea typeface="Calibri" pitchFamily="34" charset="-122"/>
                <a:cs typeface="Calibri" pitchFamily="34" charset="-120"/>
              </a:rPr>
              <a:t>Ключевые задачи занимающегося — отслеживание прогресса 1ПМ и планирование рабочих весов.</a:t>
            </a:r>
            <a:endParaRPr lang="en-US" sz="1700" dirty="0"/>
          </a:p>
          <a:p>
            <a:pPr marL="342900" indent="-342900">
              <a:lnSpc>
                <a:spcPct val="105000"/>
              </a:lnSpc>
              <a:spcAft>
                <a:spcPts val="800"/>
              </a:spcAft>
              <a:buSzPct val="100000"/>
              <a:buChar char="•"/>
            </a:pPr>
            <a:r>
              <a:rPr lang="en-US" sz="1700" dirty="0">
                <a:solidFill>
                  <a:srgbClr val="44474F"/>
                </a:solidFill>
                <a:ea typeface="Calibri" pitchFamily="34" charset="-122"/>
                <a:cs typeface="Calibri" pitchFamily="34" charset="-120"/>
              </a:rPr>
              <a:t>Существующие приложения (Strong, Hevy, FitNotes, Jefit) закрывают лишь часть задач: либо без локального ML, либо без автономного режима, либо по подписке.</a:t>
            </a:r>
            <a:endParaRPr lang="en-US" sz="1700" dirty="0"/>
          </a:p>
        </p:txBody>
      </p:sp>
      <p:sp>
        <p:nvSpPr>
          <p:cNvPr id="4" name="Shape 2"/>
          <p:cNvSpPr/>
          <p:nvPr/>
        </p:nvSpPr>
        <p:spPr>
          <a:xfrm>
            <a:off x="7315200" y="1463040"/>
            <a:ext cx="4297680" cy="4206240"/>
          </a:xfrm>
          <a:prstGeom prst="roundRect">
            <a:avLst>
              <a:gd name="adj" fmla="val 2609"/>
            </a:avLst>
          </a:prstGeom>
          <a:solidFill>
            <a:srgbClr val="1E2761"/>
          </a:solidFill>
          <a:ln/>
        </p:spPr>
        <p:txBody>
          <a:bodyPr/>
          <a:lstStyle/>
          <a:p>
            <a:endParaRPr lang="ru-RU"/>
          </a:p>
        </p:txBody>
      </p:sp>
      <p:sp>
        <p:nvSpPr>
          <p:cNvPr id="5" name="Text 3"/>
          <p:cNvSpPr/>
          <p:nvPr/>
        </p:nvSpPr>
        <p:spPr>
          <a:xfrm>
            <a:off x="7315200" y="1645920"/>
            <a:ext cx="4297680" cy="457200"/>
          </a:xfrm>
          <a:prstGeom prst="rect">
            <a:avLst/>
          </a:prstGeom>
          <a:noFill/>
          <a:ln/>
        </p:spPr>
        <p:txBody>
          <a:bodyPr wrap="square" rtlCol="0" anchor="ctr"/>
          <a:lstStyle/>
          <a:p>
            <a:pPr marL="0" indent="0" algn="ctr">
              <a:buNone/>
            </a:pPr>
            <a:r>
              <a:rPr lang="en-US" sz="1800" b="1" dirty="0">
                <a:solidFill>
                  <a:srgbClr val="FFFFFF"/>
                </a:solidFill>
                <a:ea typeface="Georgia" pitchFamily="34" charset="-122"/>
                <a:cs typeface="Georgia" pitchFamily="34" charset="-120"/>
              </a:rPr>
              <a:t>НИША FITAPP</a:t>
            </a:r>
            <a:endParaRPr lang="en-US" sz="1800" dirty="0"/>
          </a:p>
        </p:txBody>
      </p:sp>
      <p:sp>
        <p:nvSpPr>
          <p:cNvPr id="6" name="Text 4"/>
          <p:cNvSpPr/>
          <p:nvPr/>
        </p:nvSpPr>
        <p:spPr>
          <a:xfrm>
            <a:off x="7589520" y="2240280"/>
            <a:ext cx="3749040" cy="3291840"/>
          </a:xfrm>
          <a:prstGeom prst="rect">
            <a:avLst/>
          </a:prstGeom>
          <a:noFill/>
          <a:ln/>
        </p:spPr>
        <p:txBody>
          <a:bodyPr wrap="square" rtlCol="0" anchor="t"/>
          <a:lstStyle/>
          <a:p>
            <a:pPr marL="342900" indent="-342900">
              <a:spcAft>
                <a:spcPts val="800"/>
              </a:spcAft>
              <a:buSzPct val="100000"/>
              <a:buChar char="✓"/>
            </a:pPr>
            <a:r>
              <a:rPr lang="en-US" sz="1500" dirty="0">
                <a:solidFill>
                  <a:srgbClr val="CADCFC"/>
                </a:solidFill>
                <a:ea typeface="Calibri" pitchFamily="34" charset="-122"/>
                <a:cs typeface="Calibri" pitchFamily="34" charset="-120"/>
              </a:rPr>
              <a:t>Автономная работа (приоритет локальных данных)</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Локальный ML-прогноз 1ПМ без подписки</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Планировщик нагрузки</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Android + Windows</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Синхронизация устройств</a:t>
            </a:r>
            <a:endParaRPr lang="en-US" sz="1500" dirty="0"/>
          </a:p>
        </p:txBody>
      </p:sp>
      <p:sp>
        <p:nvSpPr>
          <p:cNvPr id="7" name="Text 5"/>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9AA0A6"/>
                </a:solidFill>
                <a:latin typeface="Calibri" pitchFamily="34" charset="0"/>
                <a:ea typeface="Calibri" pitchFamily="34" charset="-122"/>
                <a:cs typeface="Calibri" pitchFamily="34" charset="-120"/>
              </a:rPr>
              <a:t>FitApp · ВКР · МТУСИ, 2026</a:t>
            </a:r>
            <a:endParaRPr lang="en-US" sz="1000" dirty="0"/>
          </a:p>
        </p:txBody>
      </p:sp>
      <p:sp>
        <p:nvSpPr>
          <p:cNvPr id="8" name="Text 6"/>
          <p:cNvSpPr/>
          <p:nvPr/>
        </p:nvSpPr>
        <p:spPr>
          <a:xfrm>
            <a:off x="10698480" y="6446520"/>
            <a:ext cx="914400" cy="274320"/>
          </a:xfrm>
          <a:prstGeom prst="rect">
            <a:avLst/>
          </a:prstGeom>
          <a:noFill/>
          <a:ln/>
        </p:spPr>
        <p:txBody>
          <a:bodyPr wrap="square" rtlCol="0" anchor="ctr"/>
          <a:lstStyle/>
          <a:p>
            <a:pPr marL="0" indent="0" algn="r">
              <a:buNone/>
            </a:pPr>
            <a:r>
              <a:rPr lang="en-US" sz="1000" dirty="0">
                <a:solidFill>
                  <a:srgbClr val="9AA0A6"/>
                </a:solidFill>
                <a:latin typeface="Calibri" pitchFamily="34" charset="0"/>
                <a:ea typeface="Calibri" pitchFamily="34" charset="-122"/>
                <a:cs typeface="Calibri"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0474BCC-2697-D0FE-50A4-4A3561EFA446}"/>
            </a:ext>
          </a:extLst>
        </p:cNvPr>
        <p:cNvGrpSpPr/>
        <p:nvPr/>
      </p:nvGrpSpPr>
      <p:grpSpPr bwMode="auto">
        <a:xfrm>
          <a:off x="0" y="0"/>
          <a:ext cx="0" cy="0"/>
          <a:chOff x="0" y="0"/>
          <a:chExt cx="0" cy="0"/>
        </a:xfrm>
      </p:grpSpPr>
      <p:sp>
        <p:nvSpPr>
          <p:cNvPr id="7" name="Заголовок 6">
            <a:extLst>
              <a:ext uri="{FF2B5EF4-FFF2-40B4-BE49-F238E27FC236}">
                <a16:creationId xmlns:a16="http://schemas.microsoft.com/office/drawing/2014/main" id="{7B47C06B-CF9E-171A-D085-138C821183B6}"/>
              </a:ext>
            </a:extLst>
          </p:cNvPr>
          <p:cNvSpPr>
            <a:spLocks noGrp="1"/>
          </p:cNvSpPr>
          <p:nvPr>
            <p:ph type="title"/>
          </p:nvPr>
        </p:nvSpPr>
        <p:spPr bwMode="auto"/>
        <p:txBody>
          <a:bodyPr/>
          <a:lstStyle/>
          <a:p>
            <a:pPr>
              <a:defRPr/>
            </a:pPr>
            <a:r>
              <a:rPr lang="ru-RU" dirty="0"/>
              <a:t>Актуальность темы</a:t>
            </a:r>
            <a:br>
              <a:rPr lang="ru-RU" dirty="0"/>
            </a:br>
            <a:endParaRPr lang="ru-RU" dirty="0"/>
          </a:p>
        </p:txBody>
      </p:sp>
      <p:sp>
        <p:nvSpPr>
          <p:cNvPr id="8" name="Рисунок 7">
            <a:extLst>
              <a:ext uri="{FF2B5EF4-FFF2-40B4-BE49-F238E27FC236}">
                <a16:creationId xmlns:a16="http://schemas.microsoft.com/office/drawing/2014/main" id="{12170AF5-EC4C-D7D8-A0E7-BE32F4063437}"/>
              </a:ext>
            </a:extLst>
          </p:cNvPr>
          <p:cNvSpPr>
            <a:spLocks noGrp="1"/>
          </p:cNvSpPr>
          <p:nvPr>
            <p:ph type="pic" sz="quarter" idx="13"/>
          </p:nvPr>
        </p:nvSpPr>
        <p:spPr bwMode="auto"/>
        <p:txBody>
          <a:bodyPr/>
          <a:lstStyle/>
          <a:p>
            <a:endParaRPr lang="ru-RU" dirty="0"/>
          </a:p>
        </p:txBody>
      </p:sp>
      <p:sp>
        <p:nvSpPr>
          <p:cNvPr id="9" name="Текст 8">
            <a:extLst>
              <a:ext uri="{FF2B5EF4-FFF2-40B4-BE49-F238E27FC236}">
                <a16:creationId xmlns:a16="http://schemas.microsoft.com/office/drawing/2014/main" id="{E5E1CF4D-16AF-FCAE-E826-DAA2AB038D74}"/>
              </a:ext>
            </a:extLst>
          </p:cNvPr>
          <p:cNvSpPr>
            <a:spLocks noGrp="1"/>
          </p:cNvSpPr>
          <p:nvPr>
            <p:ph type="body" sz="quarter" idx="14"/>
          </p:nvPr>
        </p:nvSpPr>
        <p:spPr bwMode="auto"/>
        <p:txBody>
          <a:bodyPr/>
          <a:lstStyle/>
          <a:p>
            <a:pPr>
              <a:defRPr/>
            </a:pPr>
            <a:endParaRPr lang="ru-RU"/>
          </a:p>
        </p:txBody>
      </p:sp>
      <p:sp>
        <p:nvSpPr>
          <p:cNvPr id="10" name="Текст 9">
            <a:extLst>
              <a:ext uri="{FF2B5EF4-FFF2-40B4-BE49-F238E27FC236}">
                <a16:creationId xmlns:a16="http://schemas.microsoft.com/office/drawing/2014/main" id="{781E3B6F-C635-30E6-D3A2-35D9AC72A887}"/>
              </a:ext>
            </a:extLst>
          </p:cNvPr>
          <p:cNvSpPr>
            <a:spLocks noGrp="1"/>
          </p:cNvSpPr>
          <p:nvPr>
            <p:ph type="body" sz="quarter" idx="17"/>
          </p:nvPr>
        </p:nvSpPr>
        <p:spPr bwMode="auto"/>
        <p:txBody>
          <a:bodyPr/>
          <a:lstStyle/>
          <a:p>
            <a:pPr marL="171450" indent="-171450">
              <a:buFont typeface="Arial" panose="020B0604020202020204" pitchFamily="34" charset="0"/>
              <a:buChar char="•"/>
              <a:defRPr/>
            </a:pPr>
            <a:r>
              <a:rPr lang="ru-RU" dirty="0"/>
              <a:t>Силовой тренинг — массовая практика, требующая систематического учёта нагрузки.</a:t>
            </a:r>
          </a:p>
          <a:p>
            <a:pPr marL="171450" indent="-171450">
              <a:buFont typeface="Arial" panose="020B0604020202020204" pitchFamily="34" charset="0"/>
              <a:buChar char="•"/>
              <a:defRPr/>
            </a:pPr>
            <a:r>
              <a:rPr lang="ru-RU" dirty="0"/>
              <a:t>Ключевые задачи занимающегося — отслеживание прогресса 1ПМ и планирование рабочих весов.</a:t>
            </a:r>
          </a:p>
          <a:p>
            <a:pPr marL="171450" indent="-171450">
              <a:buFont typeface="Arial" panose="020B0604020202020204" pitchFamily="34" charset="0"/>
              <a:buChar char="•"/>
              <a:defRPr/>
            </a:pPr>
            <a:r>
              <a:rPr lang="ru-RU" dirty="0"/>
              <a:t>Существующие приложения (</a:t>
            </a:r>
            <a:r>
              <a:rPr lang="ru-RU" dirty="0" err="1"/>
              <a:t>Strong</a:t>
            </a:r>
            <a:r>
              <a:rPr lang="ru-RU" dirty="0"/>
              <a:t>, </a:t>
            </a:r>
            <a:r>
              <a:rPr lang="ru-RU" dirty="0" err="1"/>
              <a:t>Hevy</a:t>
            </a:r>
            <a:r>
              <a:rPr lang="ru-RU" dirty="0"/>
              <a:t>, </a:t>
            </a:r>
            <a:r>
              <a:rPr lang="ru-RU" dirty="0" err="1"/>
              <a:t>FitNotes</a:t>
            </a:r>
            <a:r>
              <a:rPr lang="ru-RU" dirty="0"/>
              <a:t>, </a:t>
            </a:r>
            <a:r>
              <a:rPr lang="ru-RU" dirty="0" err="1"/>
              <a:t>Jefit</a:t>
            </a:r>
            <a:r>
              <a:rPr lang="ru-RU" dirty="0"/>
              <a:t>) закрывают лишь часть задач: либо без локального ML, либо без автономного режима, либо по подписке.</a:t>
            </a:r>
          </a:p>
          <a:p>
            <a:pPr>
              <a:defRPr/>
            </a:pPr>
            <a:endParaRPr lang="ru-RU" dirty="0"/>
          </a:p>
        </p:txBody>
      </p:sp>
      <p:sp>
        <p:nvSpPr>
          <p:cNvPr id="11" name="Текст 10">
            <a:extLst>
              <a:ext uri="{FF2B5EF4-FFF2-40B4-BE49-F238E27FC236}">
                <a16:creationId xmlns:a16="http://schemas.microsoft.com/office/drawing/2014/main" id="{8C469135-06BB-EE2B-245E-88ECDE9FC2E4}"/>
              </a:ext>
            </a:extLst>
          </p:cNvPr>
          <p:cNvSpPr>
            <a:spLocks noGrp="1"/>
          </p:cNvSpPr>
          <p:nvPr>
            <p:ph type="body" sz="quarter" idx="18"/>
          </p:nvPr>
        </p:nvSpPr>
        <p:spPr bwMode="auto"/>
        <p:txBody>
          <a:bodyPr/>
          <a:lstStyle/>
          <a:p>
            <a:pPr>
              <a:defRPr/>
            </a:pPr>
            <a:endParaRPr lang="ru-RU" dirty="0"/>
          </a:p>
        </p:txBody>
      </p:sp>
      <p:sp>
        <p:nvSpPr>
          <p:cNvPr id="12" name="Текст 11">
            <a:extLst>
              <a:ext uri="{FF2B5EF4-FFF2-40B4-BE49-F238E27FC236}">
                <a16:creationId xmlns:a16="http://schemas.microsoft.com/office/drawing/2014/main" id="{EA582343-0503-9C2E-7FB8-9417389880A8}"/>
              </a:ext>
            </a:extLst>
          </p:cNvPr>
          <p:cNvSpPr>
            <a:spLocks noGrp="1"/>
          </p:cNvSpPr>
          <p:nvPr>
            <p:ph type="body" sz="quarter" idx="19"/>
          </p:nvPr>
        </p:nvSpPr>
        <p:spPr bwMode="auto"/>
        <p:txBody>
          <a:bodyPr/>
          <a:lstStyle/>
          <a:p>
            <a:pPr>
              <a:defRPr/>
            </a:pPr>
            <a:endParaRPr lang="ru-RU"/>
          </a:p>
        </p:txBody>
      </p:sp>
    </p:spTree>
    <p:extLst>
      <p:ext uri="{BB962C8B-B14F-4D97-AF65-F5344CB8AC3E}">
        <p14:creationId xmlns:p14="http://schemas.microsoft.com/office/powerpoint/2010/main" val="940356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822960"/>
          </a:xfrm>
          <a:prstGeom prst="rect">
            <a:avLst/>
          </a:prstGeom>
          <a:noFill/>
          <a:ln/>
        </p:spPr>
        <p:txBody>
          <a:bodyPr wrap="square" rtlCol="0" anchor="ctr"/>
          <a:lstStyle/>
          <a:p>
            <a:pPr marL="0" indent="0">
              <a:buNone/>
            </a:pPr>
            <a:r>
              <a:rPr lang="en-US" sz="3400" b="1" dirty="0">
                <a:solidFill>
                  <a:srgbClr val="1E2761"/>
                </a:solidFill>
                <a:latin typeface="Georgia" pitchFamily="34" charset="0"/>
                <a:ea typeface="Georgia" pitchFamily="34" charset="-122"/>
                <a:cs typeface="Georgia" pitchFamily="34" charset="-120"/>
              </a:rPr>
              <a:t>Цель и задачи работы</a:t>
            </a:r>
            <a:endParaRPr lang="en-US" sz="3400" dirty="0"/>
          </a:p>
        </p:txBody>
      </p:sp>
      <p:sp>
        <p:nvSpPr>
          <p:cNvPr id="3" name="Shape 1"/>
          <p:cNvSpPr/>
          <p:nvPr/>
        </p:nvSpPr>
        <p:spPr>
          <a:xfrm>
            <a:off x="548640" y="1325880"/>
            <a:ext cx="11064240" cy="1143000"/>
          </a:xfrm>
          <a:prstGeom prst="roundRect">
            <a:avLst>
              <a:gd name="adj" fmla="val 8000"/>
            </a:avLst>
          </a:prstGeom>
          <a:solidFill>
            <a:srgbClr val="CADCFC"/>
          </a:solidFill>
          <a:ln/>
        </p:spPr>
        <p:txBody>
          <a:bodyPr/>
          <a:lstStyle/>
          <a:p>
            <a:endParaRPr lang="ru-RU"/>
          </a:p>
        </p:txBody>
      </p:sp>
      <p:sp>
        <p:nvSpPr>
          <p:cNvPr id="4" name="Text 2"/>
          <p:cNvSpPr/>
          <p:nvPr/>
        </p:nvSpPr>
        <p:spPr>
          <a:xfrm>
            <a:off x="822960" y="1417320"/>
            <a:ext cx="10515600" cy="9601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ЦЕЛЬ РАБОТЫ.  </a:t>
            </a:r>
            <a:r>
              <a:rPr lang="en-US" sz="1600" dirty="0">
                <a:solidFill>
                  <a:srgbClr val="44474F"/>
                </a:solidFill>
                <a:latin typeface="Calibri" pitchFamily="34" charset="0"/>
                <a:ea typeface="Calibri" pitchFamily="34" charset="-122"/>
                <a:cs typeface="Calibri" pitchFamily="34" charset="-120"/>
              </a:rPr>
              <a:t>Разработка кроссплатформенного приложения для учёта силовых тренировок с локальным ML-прогнозированием 1ПМ, планировщиком нагрузки и облачной синхронизацией.</a:t>
            </a:r>
            <a:endParaRPr lang="en-US" sz="1600" dirty="0"/>
          </a:p>
        </p:txBody>
      </p:sp>
      <p:sp>
        <p:nvSpPr>
          <p:cNvPr id="5" name="Shape 3"/>
          <p:cNvSpPr/>
          <p:nvPr/>
        </p:nvSpPr>
        <p:spPr>
          <a:xfrm>
            <a:off x="548640" y="2788920"/>
            <a:ext cx="548640" cy="548640"/>
          </a:xfrm>
          <a:prstGeom prst="ellipse">
            <a:avLst/>
          </a:prstGeom>
          <a:solidFill>
            <a:srgbClr val="1E2761"/>
          </a:solidFill>
          <a:ln/>
        </p:spPr>
        <p:txBody>
          <a:bodyPr/>
          <a:lstStyle/>
          <a:p>
            <a:endParaRPr lang="ru-RU"/>
          </a:p>
        </p:txBody>
      </p:sp>
      <p:sp>
        <p:nvSpPr>
          <p:cNvPr id="6" name="Text 4"/>
          <p:cNvSpPr/>
          <p:nvPr/>
        </p:nvSpPr>
        <p:spPr>
          <a:xfrm>
            <a:off x="548640" y="2788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234440" y="2788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Проанализировать предметную область и аналоги</a:t>
            </a:r>
            <a:endParaRPr lang="en-US" sz="1450" dirty="0"/>
          </a:p>
        </p:txBody>
      </p:sp>
      <p:sp>
        <p:nvSpPr>
          <p:cNvPr id="8" name="Shape 6"/>
          <p:cNvSpPr/>
          <p:nvPr/>
        </p:nvSpPr>
        <p:spPr>
          <a:xfrm>
            <a:off x="6172200" y="2788920"/>
            <a:ext cx="548640" cy="548640"/>
          </a:xfrm>
          <a:prstGeom prst="ellipse">
            <a:avLst/>
          </a:prstGeom>
          <a:solidFill>
            <a:srgbClr val="1E2761"/>
          </a:solidFill>
          <a:ln/>
        </p:spPr>
        <p:txBody>
          <a:bodyPr/>
          <a:lstStyle/>
          <a:p>
            <a:endParaRPr lang="ru-RU"/>
          </a:p>
        </p:txBody>
      </p:sp>
      <p:sp>
        <p:nvSpPr>
          <p:cNvPr id="9" name="Text 7"/>
          <p:cNvSpPr/>
          <p:nvPr/>
        </p:nvSpPr>
        <p:spPr>
          <a:xfrm>
            <a:off x="6172200" y="2788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6858000" y="2788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Спроектировать архитектуру клиента и сервера, базу данных</a:t>
            </a:r>
            <a:endParaRPr lang="en-US" sz="1450" dirty="0"/>
          </a:p>
        </p:txBody>
      </p:sp>
      <p:sp>
        <p:nvSpPr>
          <p:cNvPr id="11" name="Shape 9"/>
          <p:cNvSpPr/>
          <p:nvPr/>
        </p:nvSpPr>
        <p:spPr>
          <a:xfrm>
            <a:off x="548640" y="3931920"/>
            <a:ext cx="548640" cy="548640"/>
          </a:xfrm>
          <a:prstGeom prst="ellipse">
            <a:avLst/>
          </a:prstGeom>
          <a:solidFill>
            <a:srgbClr val="1E2761"/>
          </a:solidFill>
          <a:ln/>
        </p:spPr>
        <p:txBody>
          <a:bodyPr/>
          <a:lstStyle/>
          <a:p>
            <a:endParaRPr lang="ru-RU"/>
          </a:p>
        </p:txBody>
      </p:sp>
      <p:sp>
        <p:nvSpPr>
          <p:cNvPr id="12" name="Text 10"/>
          <p:cNvSpPr/>
          <p:nvPr/>
        </p:nvSpPr>
        <p:spPr>
          <a:xfrm>
            <a:off x="548640" y="3931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3" name="Text 11"/>
          <p:cNvSpPr/>
          <p:nvPr/>
        </p:nvSpPr>
        <p:spPr>
          <a:xfrm>
            <a:off x="1234440" y="3931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Реализовать клиент: дневник, шаблоны, статистику</a:t>
            </a:r>
            <a:endParaRPr lang="en-US" sz="1450" dirty="0"/>
          </a:p>
        </p:txBody>
      </p:sp>
      <p:sp>
        <p:nvSpPr>
          <p:cNvPr id="14" name="Shape 12"/>
          <p:cNvSpPr/>
          <p:nvPr/>
        </p:nvSpPr>
        <p:spPr>
          <a:xfrm>
            <a:off x="6172200" y="3931920"/>
            <a:ext cx="548640" cy="548640"/>
          </a:xfrm>
          <a:prstGeom prst="ellipse">
            <a:avLst/>
          </a:prstGeom>
          <a:solidFill>
            <a:srgbClr val="1E2761"/>
          </a:solidFill>
          <a:ln/>
        </p:spPr>
        <p:txBody>
          <a:bodyPr/>
          <a:lstStyle/>
          <a:p>
            <a:endParaRPr lang="ru-RU"/>
          </a:p>
        </p:txBody>
      </p:sp>
      <p:sp>
        <p:nvSpPr>
          <p:cNvPr id="15" name="Text 13"/>
          <p:cNvSpPr/>
          <p:nvPr/>
        </p:nvSpPr>
        <p:spPr>
          <a:xfrm>
            <a:off x="6172200" y="3931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16" name="Text 14"/>
          <p:cNvSpPr/>
          <p:nvPr/>
        </p:nvSpPr>
        <p:spPr>
          <a:xfrm>
            <a:off x="6858000" y="3931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Обучить ML-модель прогноза 1ПМ (LightGBM → ONNX)</a:t>
            </a:r>
            <a:endParaRPr lang="en-US" sz="1450" dirty="0"/>
          </a:p>
        </p:txBody>
      </p:sp>
      <p:sp>
        <p:nvSpPr>
          <p:cNvPr id="17" name="Shape 15"/>
          <p:cNvSpPr/>
          <p:nvPr/>
        </p:nvSpPr>
        <p:spPr>
          <a:xfrm>
            <a:off x="548640" y="5074920"/>
            <a:ext cx="548640" cy="548640"/>
          </a:xfrm>
          <a:prstGeom prst="ellipse">
            <a:avLst/>
          </a:prstGeom>
          <a:solidFill>
            <a:srgbClr val="1E2761"/>
          </a:solidFill>
          <a:ln/>
        </p:spPr>
        <p:txBody>
          <a:bodyPr/>
          <a:lstStyle/>
          <a:p>
            <a:endParaRPr lang="ru-RU"/>
          </a:p>
        </p:txBody>
      </p:sp>
      <p:sp>
        <p:nvSpPr>
          <p:cNvPr id="18" name="Text 16"/>
          <p:cNvSpPr/>
          <p:nvPr/>
        </p:nvSpPr>
        <p:spPr>
          <a:xfrm>
            <a:off x="548640" y="5074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19" name="Text 17"/>
          <p:cNvSpPr/>
          <p:nvPr/>
        </p:nvSpPr>
        <p:spPr>
          <a:xfrm>
            <a:off x="1234440" y="5074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Реализовать протокол синхронизации (побеждает последняя запись)</a:t>
            </a:r>
            <a:endParaRPr lang="en-US" sz="1450" dirty="0"/>
          </a:p>
        </p:txBody>
      </p:sp>
      <p:sp>
        <p:nvSpPr>
          <p:cNvPr id="20" name="Shape 18"/>
          <p:cNvSpPr/>
          <p:nvPr/>
        </p:nvSpPr>
        <p:spPr>
          <a:xfrm>
            <a:off x="6172200" y="5074920"/>
            <a:ext cx="548640" cy="548640"/>
          </a:xfrm>
          <a:prstGeom prst="ellipse">
            <a:avLst/>
          </a:prstGeom>
          <a:solidFill>
            <a:srgbClr val="1E2761"/>
          </a:solidFill>
          <a:ln/>
        </p:spPr>
        <p:txBody>
          <a:bodyPr/>
          <a:lstStyle/>
          <a:p>
            <a:endParaRPr lang="ru-RU"/>
          </a:p>
        </p:txBody>
      </p:sp>
      <p:sp>
        <p:nvSpPr>
          <p:cNvPr id="21" name="Text 19"/>
          <p:cNvSpPr/>
          <p:nvPr/>
        </p:nvSpPr>
        <p:spPr>
          <a:xfrm>
            <a:off x="6172200" y="5074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22" name="Text 20"/>
          <p:cNvSpPr/>
          <p:nvPr/>
        </p:nvSpPr>
        <p:spPr>
          <a:xfrm>
            <a:off x="6858000" y="5074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Провести функциональное и интеграционное тестирование</a:t>
            </a:r>
            <a:endParaRPr lang="en-US" sz="1450" dirty="0"/>
          </a:p>
        </p:txBody>
      </p:sp>
      <p:sp>
        <p:nvSpPr>
          <p:cNvPr id="23" name="Text 21"/>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9AA0A6"/>
                </a:solidFill>
                <a:latin typeface="Calibri" pitchFamily="34" charset="0"/>
                <a:ea typeface="Calibri" pitchFamily="34" charset="-122"/>
                <a:cs typeface="Calibri" pitchFamily="34" charset="-120"/>
              </a:rPr>
              <a:t>FitApp · ВКР · МТУСИ, 2026</a:t>
            </a:r>
            <a:endParaRPr lang="en-US" sz="1000" dirty="0"/>
          </a:p>
        </p:txBody>
      </p:sp>
      <p:sp>
        <p:nvSpPr>
          <p:cNvPr id="24" name="Text 22"/>
          <p:cNvSpPr/>
          <p:nvPr/>
        </p:nvSpPr>
        <p:spPr>
          <a:xfrm>
            <a:off x="10698480" y="6446520"/>
            <a:ext cx="914400" cy="274320"/>
          </a:xfrm>
          <a:prstGeom prst="rect">
            <a:avLst/>
          </a:prstGeom>
          <a:noFill/>
          <a:ln/>
        </p:spPr>
        <p:txBody>
          <a:bodyPr wrap="square" rtlCol="0" anchor="ctr"/>
          <a:lstStyle/>
          <a:p>
            <a:pPr marL="0" indent="0" algn="r">
              <a:buNone/>
            </a:pPr>
            <a:r>
              <a:rPr lang="en-US" sz="1000" dirty="0">
                <a:solidFill>
                  <a:srgbClr val="9AA0A6"/>
                </a:solidFill>
                <a:latin typeface="Calibri" pitchFamily="34" charset="0"/>
                <a:ea typeface="Calibri" pitchFamily="34" charset="-122"/>
                <a:cs typeface="Calibri" pitchFamily="34" charset="-120"/>
              </a:rPr>
              <a:t>3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822960"/>
          </a:xfrm>
          <a:prstGeom prst="rect">
            <a:avLst/>
          </a:prstGeom>
          <a:noFill/>
          <a:ln/>
        </p:spPr>
        <p:txBody>
          <a:bodyPr wrap="square" rtlCol="0" anchor="ctr"/>
          <a:lstStyle/>
          <a:p>
            <a:pPr marL="0" indent="0">
              <a:buNone/>
            </a:pPr>
            <a:r>
              <a:rPr lang="en-US" sz="3400" b="1" dirty="0">
                <a:solidFill>
                  <a:srgbClr val="1E2761"/>
                </a:solidFill>
                <a:latin typeface="Georgia" pitchFamily="34" charset="0"/>
                <a:ea typeface="Georgia" pitchFamily="34" charset="-122"/>
                <a:cs typeface="Georgia" pitchFamily="34" charset="-120"/>
              </a:rPr>
              <a:t>Сравнительный анализ аналогов</a:t>
            </a:r>
            <a:endParaRPr lang="en-US" sz="3400" dirty="0"/>
          </a:p>
        </p:txBody>
      </p:sp>
      <p:graphicFrame>
        <p:nvGraphicFramePr>
          <p:cNvPr id="3" name="Table 0"/>
          <p:cNvGraphicFramePr>
            <a:graphicFrameLocks noGrp="1"/>
          </p:cNvGraphicFramePr>
          <p:nvPr/>
        </p:nvGraphicFramePr>
        <p:xfrm>
          <a:off x="548640" y="1371600"/>
          <a:ext cx="11064240" cy="3657600"/>
        </p:xfrm>
        <a:graphic>
          <a:graphicData uri="http://schemas.openxmlformats.org/drawingml/2006/table">
            <a:tbl>
              <a:tblPr/>
              <a:tblGrid>
                <a:gridCol w="2834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Критерий</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Strong</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Hevy</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FitNotes</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Jefit</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FitApp</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Поддержка Windows</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Автономная работа</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Поддержка RPE</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частично</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ML-прогноз 1ПМ</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Планировщик нагрузки</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платно</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5"/>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Облачная синхронизация</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iCloud</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6"/>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Монетизация</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усл.-беспл.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усл.-беспл.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усл.-беспл.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Open Source</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7"/>
                  </a:ext>
                </a:extLst>
              </a:tr>
            </a:tbl>
          </a:graphicData>
        </a:graphic>
      </p:graphicFrame>
      <p:sp>
        <p:nvSpPr>
          <p:cNvPr id="4" name="Text 1"/>
          <p:cNvSpPr/>
          <p:nvPr/>
        </p:nvSpPr>
        <p:spPr>
          <a:xfrm>
            <a:off x="548640" y="5486400"/>
            <a:ext cx="11064240" cy="640080"/>
          </a:xfrm>
          <a:prstGeom prst="rect">
            <a:avLst/>
          </a:prstGeom>
          <a:noFill/>
          <a:ln/>
        </p:spPr>
        <p:txBody>
          <a:bodyPr wrap="square" rtlCol="0" anchor="ctr"/>
          <a:lstStyle/>
          <a:p>
            <a:pPr marL="0" indent="0" algn="l">
              <a:buNone/>
            </a:pPr>
            <a:r>
              <a:rPr lang="en-US" sz="1500" i="1" dirty="0">
                <a:solidFill>
                  <a:srgbClr val="1E2761"/>
                </a:solidFill>
                <a:latin typeface="Calibri" pitchFamily="34" charset="0"/>
                <a:ea typeface="Calibri" pitchFamily="34" charset="-122"/>
                <a:cs typeface="Calibri" pitchFamily="34" charset="-120"/>
              </a:rPr>
              <a:t>FitApp — единственное решение, объединяющее все ключевые функции в одном бесплатном продукте с открытым исходным кодом.</a:t>
            </a:r>
            <a:endParaRPr lang="en-US" sz="1500" dirty="0"/>
          </a:p>
        </p:txBody>
      </p:sp>
      <p:sp>
        <p:nvSpPr>
          <p:cNvPr id="5" name="Text 2"/>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9AA0A6"/>
                </a:solidFill>
                <a:latin typeface="Calibri" pitchFamily="34" charset="0"/>
                <a:ea typeface="Calibri" pitchFamily="34" charset="-122"/>
                <a:cs typeface="Calibri" pitchFamily="34" charset="-120"/>
              </a:rPr>
              <a:t>FitApp · ВКР · МТУСИ, 2026</a:t>
            </a:r>
            <a:endParaRPr lang="en-US" sz="1000" dirty="0"/>
          </a:p>
        </p:txBody>
      </p:sp>
      <p:sp>
        <p:nvSpPr>
          <p:cNvPr id="6" name="Text 3"/>
          <p:cNvSpPr/>
          <p:nvPr/>
        </p:nvSpPr>
        <p:spPr>
          <a:xfrm>
            <a:off x="10698480" y="6446520"/>
            <a:ext cx="914400" cy="274320"/>
          </a:xfrm>
          <a:prstGeom prst="rect">
            <a:avLst/>
          </a:prstGeom>
          <a:noFill/>
          <a:ln/>
        </p:spPr>
        <p:txBody>
          <a:bodyPr wrap="square" rtlCol="0" anchor="ctr"/>
          <a:lstStyle/>
          <a:p>
            <a:pPr marL="0" indent="0" algn="r">
              <a:buNone/>
            </a:pPr>
            <a:r>
              <a:rPr lang="en-US" sz="1000" dirty="0">
                <a:solidFill>
                  <a:srgbClr val="9AA0A6"/>
                </a:solidFill>
                <a:latin typeface="Calibri" pitchFamily="34" charset="0"/>
                <a:ea typeface="Calibri" pitchFamily="34" charset="-122"/>
                <a:cs typeface="Calibri" pitchFamily="34" charset="-120"/>
              </a:rPr>
              <a:t>4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a:t>
            </a:r>
            <a:r>
              <a:rPr lang="ru-RU" sz="3733" b="1" dirty="0">
                <a:solidFill>
                  <a:srgbClr val="24184E"/>
                </a:solidFill>
                <a:latin typeface="Montserrat SemiBold" pitchFamily="34" charset="0"/>
                <a:ea typeface="Montserrat SemiBold" pitchFamily="34" charset="-122"/>
                <a:cs typeface="Montserrat SemiBold" pitchFamily="34" charset="-120"/>
              </a:rPr>
              <a:t>набор данных</a:t>
            </a:r>
            <a:r>
              <a:rPr lang="en-US" sz="3733" b="1" dirty="0">
                <a:solidFill>
                  <a:srgbClr val="24184E"/>
                </a:solidFill>
                <a:latin typeface="Montserrat SemiBold" pitchFamily="34" charset="0"/>
                <a:ea typeface="Montserrat SemiBold" pitchFamily="34" charset="-122"/>
                <a:cs typeface="Montserrat SemiBold" pitchFamily="34" charset="-120"/>
              </a:rPr>
              <a:t> и признаки</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7 / 12</a:t>
            </a:r>
            <a:endParaRPr lang="en-US" sz="1333" dirty="0"/>
          </a:p>
        </p:txBody>
      </p:sp>
      <p:sp>
        <p:nvSpPr>
          <p:cNvPr id="8" name="Text 6"/>
          <p:cNvSpPr/>
          <p:nvPr/>
        </p:nvSpPr>
        <p:spPr>
          <a:xfrm>
            <a:off x="67056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ДАННЫЕ ОБУЧЕНИЯ</a:t>
            </a:r>
            <a:endParaRPr lang="en-US" sz="1733" dirty="0"/>
          </a:p>
        </p:txBody>
      </p:sp>
      <p:sp>
        <p:nvSpPr>
          <p:cNvPr id="9" name="Shape 7"/>
          <p:cNvSpPr/>
          <p:nvPr/>
        </p:nvSpPr>
        <p:spPr>
          <a:xfrm>
            <a:off x="670560" y="2133600"/>
            <a:ext cx="5364480" cy="1158240"/>
          </a:xfrm>
          <a:prstGeom prst="rect">
            <a:avLst/>
          </a:prstGeom>
          <a:solidFill>
            <a:srgbClr val="FFFFFF"/>
          </a:solidFill>
          <a:ln w="12700">
            <a:solidFill>
              <a:srgbClr val="372579"/>
            </a:solidFill>
            <a:prstDash val="solid"/>
          </a:ln>
        </p:spPr>
        <p:txBody>
          <a:bodyPr/>
          <a:lstStyle/>
          <a:p>
            <a:endParaRPr lang="ru-RU" sz="2400"/>
          </a:p>
        </p:txBody>
      </p:sp>
      <p:sp>
        <p:nvSpPr>
          <p:cNvPr id="10" name="Shape 8"/>
          <p:cNvSpPr/>
          <p:nvPr/>
        </p:nvSpPr>
        <p:spPr>
          <a:xfrm>
            <a:off x="670560" y="2133600"/>
            <a:ext cx="146304" cy="1158240"/>
          </a:xfrm>
          <a:prstGeom prst="rect">
            <a:avLst/>
          </a:prstGeom>
          <a:solidFill>
            <a:srgbClr val="372579"/>
          </a:solidFill>
          <a:ln w="12700">
            <a:solidFill>
              <a:srgbClr val="372579"/>
            </a:solidFill>
            <a:prstDash val="solid"/>
          </a:ln>
        </p:spPr>
        <p:txBody>
          <a:bodyPr/>
          <a:lstStyle/>
          <a:p>
            <a:endParaRPr lang="ru-RU" sz="2400"/>
          </a:p>
        </p:txBody>
      </p:sp>
      <p:sp>
        <p:nvSpPr>
          <p:cNvPr id="11" name="Text 9"/>
          <p:cNvSpPr/>
          <p:nvPr/>
        </p:nvSpPr>
        <p:spPr>
          <a:xfrm>
            <a:off x="914400" y="2194560"/>
            <a:ext cx="2377440" cy="1036320"/>
          </a:xfrm>
          <a:prstGeom prst="rect">
            <a:avLst/>
          </a:prstGeom>
          <a:noFill/>
          <a:ln/>
        </p:spPr>
        <p:txBody>
          <a:bodyPr wrap="square" lIns="0" tIns="0" rIns="0" bIns="0" rtlCol="0" anchor="ctr"/>
          <a:lstStyle/>
          <a:p>
            <a:r>
              <a:rPr lang="en-US" sz="3467" b="1" dirty="0">
                <a:solidFill>
                  <a:srgbClr val="372579"/>
                </a:solidFill>
                <a:latin typeface="Montserrat SemiBold" pitchFamily="34" charset="0"/>
                <a:ea typeface="Montserrat SemiBold" pitchFamily="34" charset="-122"/>
                <a:cs typeface="Montserrat SemiBold" pitchFamily="34" charset="-120"/>
              </a:rPr>
              <a:t>763 322</a:t>
            </a:r>
            <a:endParaRPr lang="en-US" sz="3467" dirty="0"/>
          </a:p>
        </p:txBody>
      </p:sp>
      <p:sp>
        <p:nvSpPr>
          <p:cNvPr id="12" name="Text 10"/>
          <p:cNvSpPr/>
          <p:nvPr/>
        </p:nvSpPr>
        <p:spPr>
          <a:xfrm>
            <a:off x="3139440" y="2208156"/>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тренировочных подходов</a:t>
            </a:r>
            <a:endParaRPr lang="en-US" sz="1467" dirty="0"/>
          </a:p>
        </p:txBody>
      </p:sp>
      <p:sp>
        <p:nvSpPr>
          <p:cNvPr id="13" name="Shape 11"/>
          <p:cNvSpPr/>
          <p:nvPr/>
        </p:nvSpPr>
        <p:spPr>
          <a:xfrm>
            <a:off x="670560" y="3474720"/>
            <a:ext cx="5364480" cy="1158240"/>
          </a:xfrm>
          <a:prstGeom prst="rect">
            <a:avLst/>
          </a:prstGeom>
          <a:solidFill>
            <a:srgbClr val="FFFFFF"/>
          </a:solidFill>
          <a:ln w="12700">
            <a:solidFill>
              <a:srgbClr val="E85362"/>
            </a:solidFill>
            <a:prstDash val="solid"/>
          </a:ln>
        </p:spPr>
        <p:txBody>
          <a:bodyPr/>
          <a:lstStyle/>
          <a:p>
            <a:endParaRPr lang="ru-RU" sz="2400"/>
          </a:p>
        </p:txBody>
      </p:sp>
      <p:sp>
        <p:nvSpPr>
          <p:cNvPr id="14" name="Shape 12"/>
          <p:cNvSpPr/>
          <p:nvPr/>
        </p:nvSpPr>
        <p:spPr>
          <a:xfrm>
            <a:off x="670560" y="3474720"/>
            <a:ext cx="146304" cy="1158240"/>
          </a:xfrm>
          <a:prstGeom prst="rect">
            <a:avLst/>
          </a:prstGeom>
          <a:solidFill>
            <a:srgbClr val="E85362"/>
          </a:solidFill>
          <a:ln w="12700">
            <a:solidFill>
              <a:srgbClr val="E85362"/>
            </a:solidFill>
            <a:prstDash val="solid"/>
          </a:ln>
        </p:spPr>
        <p:txBody>
          <a:bodyPr/>
          <a:lstStyle/>
          <a:p>
            <a:endParaRPr lang="ru-RU" sz="2400"/>
          </a:p>
        </p:txBody>
      </p:sp>
      <p:sp>
        <p:nvSpPr>
          <p:cNvPr id="15" name="Text 13"/>
          <p:cNvSpPr/>
          <p:nvPr/>
        </p:nvSpPr>
        <p:spPr>
          <a:xfrm>
            <a:off x="914400" y="3535680"/>
            <a:ext cx="2377440" cy="1036320"/>
          </a:xfrm>
          <a:prstGeom prst="rect">
            <a:avLst/>
          </a:prstGeom>
          <a:noFill/>
          <a:ln/>
        </p:spPr>
        <p:txBody>
          <a:bodyPr wrap="square" lIns="0" tIns="0" rIns="0" bIns="0" rtlCol="0" anchor="ctr"/>
          <a:lstStyle/>
          <a:p>
            <a:r>
              <a:rPr lang="en-US" sz="3467" b="1" dirty="0">
                <a:solidFill>
                  <a:srgbClr val="E85362"/>
                </a:solidFill>
                <a:latin typeface="Montserrat SemiBold" pitchFamily="34" charset="0"/>
                <a:ea typeface="Montserrat SemiBold" pitchFamily="34" charset="-122"/>
                <a:cs typeface="Montserrat SemiBold" pitchFamily="34" charset="-120"/>
              </a:rPr>
              <a:t>500</a:t>
            </a:r>
            <a:endParaRPr lang="en-US" sz="3467" dirty="0"/>
          </a:p>
        </p:txBody>
      </p:sp>
      <p:sp>
        <p:nvSpPr>
          <p:cNvPr id="16" name="Text 14"/>
          <p:cNvSpPr/>
          <p:nvPr/>
        </p:nvSpPr>
        <p:spPr>
          <a:xfrm>
            <a:off x="3139440" y="3532172"/>
            <a:ext cx="2682240" cy="1036320"/>
          </a:xfrm>
          <a:prstGeom prst="rect">
            <a:avLst/>
          </a:prstGeom>
          <a:noFill/>
          <a:ln/>
        </p:spPr>
        <p:txBody>
          <a:bodyPr wrap="square" lIns="0" tIns="0" rIns="0" bIns="0" rtlCol="0" anchor="ctr"/>
          <a:lstStyle/>
          <a:p>
            <a:r>
              <a:rPr lang="ru-RU" sz="1467" dirty="0">
                <a:solidFill>
                  <a:srgbClr val="24184E"/>
                </a:solidFill>
                <a:latin typeface="Montserrat" pitchFamily="34" charset="0"/>
                <a:ea typeface="Montserrat" pitchFamily="34" charset="-122"/>
                <a:cs typeface="Montserrat" pitchFamily="34" charset="-120"/>
              </a:rPr>
              <a:t> виртуальных </a:t>
            </a:r>
            <a:r>
              <a:rPr lang="en-US" sz="1467" dirty="0" err="1">
                <a:solidFill>
                  <a:srgbClr val="24184E"/>
                </a:solidFill>
                <a:latin typeface="Montserrat" pitchFamily="34" charset="0"/>
                <a:ea typeface="Montserrat" pitchFamily="34" charset="-122"/>
                <a:cs typeface="Montserrat" pitchFamily="34" charset="-120"/>
              </a:rPr>
              <a:t>спортсменов</a:t>
            </a:r>
            <a:endParaRPr lang="en-US" sz="1467" dirty="0"/>
          </a:p>
        </p:txBody>
      </p:sp>
      <p:sp>
        <p:nvSpPr>
          <p:cNvPr id="17" name="Shape 15"/>
          <p:cNvSpPr/>
          <p:nvPr/>
        </p:nvSpPr>
        <p:spPr>
          <a:xfrm>
            <a:off x="670560" y="4815840"/>
            <a:ext cx="5364480" cy="1158240"/>
          </a:xfrm>
          <a:prstGeom prst="rect">
            <a:avLst/>
          </a:prstGeom>
          <a:solidFill>
            <a:srgbClr val="FFFFFF"/>
          </a:solidFill>
          <a:ln w="12700">
            <a:solidFill>
              <a:srgbClr val="FA815F"/>
            </a:solidFill>
            <a:prstDash val="solid"/>
          </a:ln>
        </p:spPr>
        <p:txBody>
          <a:bodyPr/>
          <a:lstStyle/>
          <a:p>
            <a:endParaRPr lang="ru-RU" sz="2400"/>
          </a:p>
        </p:txBody>
      </p:sp>
      <p:sp>
        <p:nvSpPr>
          <p:cNvPr id="18" name="Shape 16"/>
          <p:cNvSpPr/>
          <p:nvPr/>
        </p:nvSpPr>
        <p:spPr>
          <a:xfrm>
            <a:off x="670560" y="4815840"/>
            <a:ext cx="146304" cy="1158240"/>
          </a:xfrm>
          <a:prstGeom prst="rect">
            <a:avLst/>
          </a:prstGeom>
          <a:solidFill>
            <a:srgbClr val="FA815F"/>
          </a:solidFill>
          <a:ln w="12700">
            <a:solidFill>
              <a:srgbClr val="FA815F"/>
            </a:solidFill>
            <a:prstDash val="solid"/>
          </a:ln>
        </p:spPr>
        <p:txBody>
          <a:bodyPr/>
          <a:lstStyle/>
          <a:p>
            <a:endParaRPr lang="ru-RU" sz="2400"/>
          </a:p>
        </p:txBody>
      </p:sp>
      <p:sp>
        <p:nvSpPr>
          <p:cNvPr id="19" name="Text 17"/>
          <p:cNvSpPr/>
          <p:nvPr/>
        </p:nvSpPr>
        <p:spPr>
          <a:xfrm>
            <a:off x="914400" y="4876800"/>
            <a:ext cx="2377440" cy="1036320"/>
          </a:xfrm>
          <a:prstGeom prst="rect">
            <a:avLst/>
          </a:prstGeom>
          <a:noFill/>
          <a:ln/>
        </p:spPr>
        <p:txBody>
          <a:bodyPr wrap="square" lIns="0" tIns="0" rIns="0" bIns="0" rtlCol="0" anchor="ctr"/>
          <a:lstStyle/>
          <a:p>
            <a:r>
              <a:rPr lang="en-US" sz="3467" b="1" dirty="0">
                <a:solidFill>
                  <a:srgbClr val="FA815F"/>
                </a:solidFill>
                <a:latin typeface="Montserrat SemiBold" pitchFamily="34" charset="0"/>
                <a:ea typeface="Montserrat SemiBold" pitchFamily="34" charset="-122"/>
                <a:cs typeface="Montserrat SemiBold" pitchFamily="34" charset="-120"/>
              </a:rPr>
              <a:t>118 350</a:t>
            </a:r>
            <a:endParaRPr lang="en-US" sz="3467" dirty="0"/>
          </a:p>
        </p:txBody>
      </p:sp>
      <p:sp>
        <p:nvSpPr>
          <p:cNvPr id="20" name="Text 18"/>
          <p:cNvSpPr/>
          <p:nvPr/>
        </p:nvSpPr>
        <p:spPr>
          <a:xfrm>
            <a:off x="3139440" y="487680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обучающих пар (X → y)</a:t>
            </a:r>
            <a:endParaRPr lang="en-US" sz="1467" dirty="0"/>
          </a:p>
        </p:txBody>
      </p:sp>
      <p:sp>
        <p:nvSpPr>
          <p:cNvPr id="21" name="Text 19"/>
          <p:cNvSpPr/>
          <p:nvPr/>
        </p:nvSpPr>
        <p:spPr>
          <a:xfrm>
            <a:off x="633984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29 ПРИЗНАКОВ · 4 ГРУППЫ</a:t>
            </a:r>
            <a:endParaRPr lang="en-US" sz="1733" dirty="0"/>
          </a:p>
        </p:txBody>
      </p:sp>
      <p:sp>
        <p:nvSpPr>
          <p:cNvPr id="22" name="Shape 20"/>
          <p:cNvSpPr/>
          <p:nvPr/>
        </p:nvSpPr>
        <p:spPr>
          <a:xfrm>
            <a:off x="6339840" y="213360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3" name="Shape 21"/>
          <p:cNvSpPr/>
          <p:nvPr/>
        </p:nvSpPr>
        <p:spPr>
          <a:xfrm>
            <a:off x="6461760" y="225552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4" name="Text 22"/>
          <p:cNvSpPr/>
          <p:nvPr/>
        </p:nvSpPr>
        <p:spPr>
          <a:xfrm>
            <a:off x="6461760" y="225552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13</a:t>
            </a:r>
            <a:endParaRPr lang="en-US" sz="1867" dirty="0"/>
          </a:p>
        </p:txBody>
      </p:sp>
      <p:sp>
        <p:nvSpPr>
          <p:cNvPr id="25" name="Text 23"/>
          <p:cNvSpPr/>
          <p:nvPr/>
        </p:nvSpPr>
        <p:spPr>
          <a:xfrm>
            <a:off x="7254240" y="219456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История</a:t>
            </a:r>
            <a:endParaRPr lang="en-US" sz="1600" dirty="0"/>
          </a:p>
          <a:p>
            <a:r>
              <a:rPr lang="en-US" sz="1333" dirty="0">
                <a:solidFill>
                  <a:srgbClr val="24184E"/>
                </a:solidFill>
                <a:latin typeface="Montserrat" pitchFamily="34" charset="0"/>
                <a:ea typeface="Montserrat" pitchFamily="34" charset="-122"/>
                <a:cs typeface="Montserrat" pitchFamily="34" charset="-120"/>
              </a:rPr>
              <a:t>лаги 1ПМ, средние, тренд</a:t>
            </a:r>
            <a:endParaRPr lang="en-US" sz="1600" dirty="0"/>
          </a:p>
        </p:txBody>
      </p:sp>
      <p:sp>
        <p:nvSpPr>
          <p:cNvPr id="26" name="Shape 24"/>
          <p:cNvSpPr/>
          <p:nvPr/>
        </p:nvSpPr>
        <p:spPr>
          <a:xfrm>
            <a:off x="6339840" y="310896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7" name="Shape 25"/>
          <p:cNvSpPr/>
          <p:nvPr/>
        </p:nvSpPr>
        <p:spPr>
          <a:xfrm>
            <a:off x="6461760" y="323088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8" name="Text 26"/>
          <p:cNvSpPr/>
          <p:nvPr/>
        </p:nvSpPr>
        <p:spPr>
          <a:xfrm>
            <a:off x="6461760" y="323088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7</a:t>
            </a:r>
            <a:endParaRPr lang="en-US" sz="1867" dirty="0"/>
          </a:p>
        </p:txBody>
      </p:sp>
      <p:sp>
        <p:nvSpPr>
          <p:cNvPr id="29" name="Text 27"/>
          <p:cNvSpPr/>
          <p:nvPr/>
        </p:nvSpPr>
        <p:spPr>
          <a:xfrm>
            <a:off x="7254240" y="316992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Текущая тренировка</a:t>
            </a:r>
            <a:endParaRPr lang="en-US" sz="1600" dirty="0"/>
          </a:p>
          <a:p>
            <a:r>
              <a:rPr lang="en-US" sz="1333" dirty="0">
                <a:solidFill>
                  <a:srgbClr val="24184E"/>
                </a:solidFill>
                <a:latin typeface="Montserrat" pitchFamily="34" charset="0"/>
                <a:ea typeface="Montserrat" pitchFamily="34" charset="-122"/>
                <a:cs typeface="Montserrat" pitchFamily="34" charset="-120"/>
              </a:rPr>
              <a:t>топ-вес, повторы, RPE</a:t>
            </a:r>
            <a:endParaRPr lang="en-US" sz="1600" dirty="0"/>
          </a:p>
        </p:txBody>
      </p:sp>
      <p:sp>
        <p:nvSpPr>
          <p:cNvPr id="30" name="Shape 28"/>
          <p:cNvSpPr/>
          <p:nvPr/>
        </p:nvSpPr>
        <p:spPr>
          <a:xfrm>
            <a:off x="6339840" y="408432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1" name="Shape 29"/>
          <p:cNvSpPr/>
          <p:nvPr/>
        </p:nvSpPr>
        <p:spPr>
          <a:xfrm>
            <a:off x="6461760" y="420624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2" name="Text 30"/>
          <p:cNvSpPr/>
          <p:nvPr/>
        </p:nvSpPr>
        <p:spPr>
          <a:xfrm>
            <a:off x="6461760" y="420624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5</a:t>
            </a:r>
            <a:endParaRPr lang="en-US" sz="1867" dirty="0"/>
          </a:p>
        </p:txBody>
      </p:sp>
      <p:sp>
        <p:nvSpPr>
          <p:cNvPr id="33" name="Text 31"/>
          <p:cNvSpPr/>
          <p:nvPr/>
        </p:nvSpPr>
        <p:spPr>
          <a:xfrm>
            <a:off x="7254240" y="414528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Профиль</a:t>
            </a:r>
            <a:endParaRPr lang="en-US" sz="1600" dirty="0"/>
          </a:p>
          <a:p>
            <a:r>
              <a:rPr lang="en-US" sz="1333" dirty="0">
                <a:solidFill>
                  <a:srgbClr val="24184E"/>
                </a:solidFill>
                <a:latin typeface="Montserrat" pitchFamily="34" charset="0"/>
                <a:ea typeface="Montserrat" pitchFamily="34" charset="-122"/>
                <a:cs typeface="Montserrat" pitchFamily="34" charset="-120"/>
              </a:rPr>
              <a:t>вес, возраст, пол, стаж</a:t>
            </a:r>
            <a:endParaRPr lang="en-US" sz="1600" dirty="0"/>
          </a:p>
        </p:txBody>
      </p:sp>
      <p:sp>
        <p:nvSpPr>
          <p:cNvPr id="34" name="Shape 32"/>
          <p:cNvSpPr/>
          <p:nvPr/>
        </p:nvSpPr>
        <p:spPr>
          <a:xfrm>
            <a:off x="6339840" y="505968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5" name="Shape 33"/>
          <p:cNvSpPr/>
          <p:nvPr/>
        </p:nvSpPr>
        <p:spPr>
          <a:xfrm>
            <a:off x="6461760" y="518160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6" name="Text 34"/>
          <p:cNvSpPr/>
          <p:nvPr/>
        </p:nvSpPr>
        <p:spPr>
          <a:xfrm>
            <a:off x="6461760" y="518160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4</a:t>
            </a:r>
            <a:endParaRPr lang="en-US" sz="1867" dirty="0"/>
          </a:p>
        </p:txBody>
      </p:sp>
      <p:sp>
        <p:nvSpPr>
          <p:cNvPr id="37" name="Text 35"/>
          <p:cNvSpPr/>
          <p:nvPr/>
        </p:nvSpPr>
        <p:spPr>
          <a:xfrm>
            <a:off x="7254240" y="512064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Упражнение</a:t>
            </a:r>
            <a:endParaRPr lang="en-US" sz="1600" dirty="0"/>
          </a:p>
          <a:p>
            <a:r>
              <a:rPr lang="en-US" sz="1333" dirty="0">
                <a:solidFill>
                  <a:srgbClr val="24184E"/>
                </a:solidFill>
                <a:latin typeface="Montserrat" pitchFamily="34" charset="0"/>
                <a:ea typeface="Montserrat" pitchFamily="34" charset="-122"/>
                <a:cs typeface="Montserrat" pitchFamily="34" charset="-120"/>
              </a:rPr>
              <a:t>тип, оборудование</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результаты обучения</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8 / 12</a:t>
            </a:r>
            <a:endParaRPr lang="en-US" sz="1333" dirty="0"/>
          </a:p>
        </p:txBody>
      </p:sp>
      <p:graphicFrame>
        <p:nvGraphicFramePr>
          <p:cNvPr id="8" name="Chart 0"/>
          <p:cNvGraphicFramePr/>
          <p:nvPr/>
        </p:nvGraphicFramePr>
        <p:xfrm>
          <a:off x="670560" y="1584960"/>
          <a:ext cx="6461760" cy="45110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498080" y="1706880"/>
            <a:ext cx="4267200" cy="1889760"/>
          </a:xfrm>
          <a:prstGeom prst="rect">
            <a:avLst/>
          </a:prstGeom>
          <a:solidFill>
            <a:srgbClr val="E85362"/>
          </a:solidFill>
          <a:ln w="12700">
            <a:solidFill>
              <a:srgbClr val="E85362"/>
            </a:solidFill>
            <a:prstDash val="solid"/>
          </a:ln>
        </p:spPr>
        <p:txBody>
          <a:bodyPr/>
          <a:lstStyle/>
          <a:p>
            <a:endParaRPr lang="ru-RU" sz="2400"/>
          </a:p>
        </p:txBody>
      </p:sp>
      <p:sp>
        <p:nvSpPr>
          <p:cNvPr id="10" name="Text 7"/>
          <p:cNvSpPr/>
          <p:nvPr/>
        </p:nvSpPr>
        <p:spPr>
          <a:xfrm>
            <a:off x="7498080" y="1767840"/>
            <a:ext cx="4267200" cy="1767840"/>
          </a:xfrm>
          <a:prstGeom prst="rect">
            <a:avLst/>
          </a:prstGeom>
          <a:noFill/>
          <a:ln/>
        </p:spPr>
        <p:txBody>
          <a:bodyPr wrap="square" lIns="0" tIns="0" rIns="0" bIns="0" rtlCol="0" anchor="ctr"/>
          <a:lstStyle/>
          <a:p>
            <a:pPr algn="ctr"/>
            <a:r>
              <a:rPr lang="en-US" sz="5333" b="1" dirty="0">
                <a:solidFill>
                  <a:srgbClr val="FFFFFF"/>
                </a:solidFill>
                <a:latin typeface="Montserrat SemiBold" pitchFamily="34" charset="0"/>
                <a:ea typeface="Montserrat SemiBold" pitchFamily="34" charset="-122"/>
                <a:cs typeface="Montserrat SemiBold" pitchFamily="34" charset="-120"/>
              </a:rPr>
              <a:t>−39 %</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снижение MAE</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LightGBM vs Naive</a:t>
            </a:r>
            <a:endParaRPr lang="en-US" sz="5333" dirty="0"/>
          </a:p>
        </p:txBody>
      </p:sp>
      <p:sp>
        <p:nvSpPr>
          <p:cNvPr id="11" name="Shape 8"/>
          <p:cNvSpPr/>
          <p:nvPr/>
        </p:nvSpPr>
        <p:spPr>
          <a:xfrm>
            <a:off x="7498080" y="3779520"/>
            <a:ext cx="4267200" cy="2316480"/>
          </a:xfrm>
          <a:prstGeom prst="rect">
            <a:avLst/>
          </a:prstGeom>
          <a:solidFill>
            <a:srgbClr val="E8E0F7"/>
          </a:solidFill>
          <a:ln w="12700">
            <a:solidFill>
              <a:srgbClr val="372579"/>
            </a:solidFill>
            <a:prstDash val="solid"/>
          </a:ln>
        </p:spPr>
        <p:txBody>
          <a:bodyPr/>
          <a:lstStyle/>
          <a:p>
            <a:endParaRPr lang="ru-RU" sz="2400"/>
          </a:p>
        </p:txBody>
      </p:sp>
      <p:sp>
        <p:nvSpPr>
          <p:cNvPr id="12" name="Shape 9"/>
          <p:cNvSpPr/>
          <p:nvPr/>
        </p:nvSpPr>
        <p:spPr>
          <a:xfrm>
            <a:off x="7498080" y="3779520"/>
            <a:ext cx="4267200" cy="487680"/>
          </a:xfrm>
          <a:prstGeom prst="rect">
            <a:avLst/>
          </a:prstGeom>
          <a:solidFill>
            <a:srgbClr val="372579"/>
          </a:solidFill>
          <a:ln w="12700">
            <a:solidFill>
              <a:srgbClr val="372579"/>
            </a:solidFill>
            <a:prstDash val="solid"/>
          </a:ln>
        </p:spPr>
        <p:txBody>
          <a:bodyPr/>
          <a:lstStyle/>
          <a:p>
            <a:endParaRPr lang="ru-RU" sz="2400"/>
          </a:p>
        </p:txBody>
      </p:sp>
      <p:sp>
        <p:nvSpPr>
          <p:cNvPr id="13" name="Text 10"/>
          <p:cNvSpPr/>
          <p:nvPr/>
        </p:nvSpPr>
        <p:spPr>
          <a:xfrm>
            <a:off x="7498080" y="3779520"/>
            <a:ext cx="4267200" cy="487680"/>
          </a:xfrm>
          <a:prstGeom prst="rect">
            <a:avLst/>
          </a:prstGeom>
          <a:noFill/>
          <a:ln/>
        </p:spPr>
        <p:txBody>
          <a:bodyPr wrap="square" rtlCol="0" anchor="ctr"/>
          <a:lstStyle/>
          <a:p>
            <a:pPr algn="ctr"/>
            <a:r>
              <a:rPr lang="en-US" sz="1333" b="1" spc="267" dirty="0">
                <a:solidFill>
                  <a:srgbClr val="FFFFFF"/>
                </a:solidFill>
                <a:latin typeface="Montserrat SemiBold" pitchFamily="34" charset="0"/>
                <a:ea typeface="Montserrat SemiBold" pitchFamily="34" charset="-122"/>
                <a:cs typeface="Montserrat SemiBold" pitchFamily="34" charset="-120"/>
              </a:rPr>
              <a:t>СООТВЕТСТВИЕ ПАЙПЛАЙНОВ</a:t>
            </a:r>
            <a:endParaRPr lang="en-US" sz="1333" dirty="0"/>
          </a:p>
        </p:txBody>
      </p:sp>
      <p:sp>
        <p:nvSpPr>
          <p:cNvPr id="14" name="Text 11"/>
          <p:cNvSpPr/>
          <p:nvPr/>
        </p:nvSpPr>
        <p:spPr>
          <a:xfrm>
            <a:off x="7680960" y="4328160"/>
            <a:ext cx="3901440" cy="1706880"/>
          </a:xfrm>
          <a:prstGeom prst="rect">
            <a:avLst/>
          </a:prstGeom>
          <a:noFill/>
          <a:ln/>
        </p:spPr>
        <p:txBody>
          <a:bodyPr wrap="square" rtlCol="0" anchor="t"/>
          <a:lstStyle/>
          <a:p>
            <a:pPr>
              <a:spcAft>
                <a:spcPts val="533"/>
              </a:spcAft>
            </a:pPr>
            <a:r>
              <a:rPr lang="en-US" sz="1333" dirty="0">
                <a:solidFill>
                  <a:srgbClr val="24184E"/>
                </a:solidFill>
                <a:latin typeface="Montserrat" pitchFamily="34" charset="0"/>
                <a:ea typeface="Montserrat" pitchFamily="34" charset="-122"/>
                <a:cs typeface="Montserrat" pitchFamily="34" charset="-120"/>
              </a:rPr>
              <a:t>Python (LightGBM) ↔ C# (ONNX):</a:t>
            </a:r>
            <a:endParaRPr lang="en-US" sz="1333" dirty="0"/>
          </a:p>
          <a:p>
            <a:r>
              <a:rPr lang="en-US" sz="1333" dirty="0">
                <a:solidFill>
                  <a:srgbClr val="6B6280"/>
                </a:solidFill>
                <a:latin typeface="Montserrat" pitchFamily="34" charset="0"/>
                <a:ea typeface="Montserrat" pitchFamily="34" charset="-122"/>
                <a:cs typeface="Montserrat" pitchFamily="34" charset="-120"/>
              </a:rPr>
              <a:t>медиана: </a:t>
            </a:r>
            <a:r>
              <a:rPr lang="en-US" sz="1733" b="1" dirty="0">
                <a:solidFill>
                  <a:srgbClr val="E85362"/>
                </a:solidFill>
                <a:latin typeface="Montserrat SemiBold" pitchFamily="34" charset="0"/>
                <a:ea typeface="Montserrat SemiBold" pitchFamily="34" charset="-122"/>
                <a:cs typeface="Montserrat SemiBold" pitchFamily="34" charset="-120"/>
              </a:rPr>
              <a:t>1,6 × 10⁻⁵ кг</a:t>
            </a:r>
            <a:endParaRPr lang="en-US" sz="1333" dirty="0"/>
          </a:p>
          <a:p>
            <a:r>
              <a:rPr lang="en-US" sz="1333" dirty="0">
                <a:solidFill>
                  <a:srgbClr val="6B6280"/>
                </a:solidFill>
                <a:latin typeface="Montserrat" pitchFamily="34" charset="0"/>
                <a:ea typeface="Montserrat" pitchFamily="34" charset="-122"/>
                <a:cs typeface="Montserrat" pitchFamily="34" charset="-120"/>
              </a:rPr>
              <a:t>p99: </a:t>
            </a:r>
            <a:r>
              <a:rPr lang="en-US" sz="1733" b="1" dirty="0">
                <a:solidFill>
                  <a:srgbClr val="E85362"/>
                </a:solidFill>
                <a:latin typeface="Montserrat SemiBold" pitchFamily="34" charset="0"/>
                <a:ea typeface="Montserrat SemiBold" pitchFamily="34" charset="-122"/>
                <a:cs typeface="Montserrat SemiBold" pitchFamily="34" charset="-120"/>
              </a:rPr>
              <a:t>0,082 кг</a:t>
            </a:r>
            <a:endParaRPr lang="en-US" sz="133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Актуальность темы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2 / 12</a:t>
            </a:r>
            <a:endParaRPr lang="en-US" sz="1333" dirty="0"/>
          </a:p>
        </p:txBody>
      </p:sp>
      <p:sp>
        <p:nvSpPr>
          <p:cNvPr id="8" name="Text 6"/>
          <p:cNvSpPr/>
          <p:nvPr/>
        </p:nvSpPr>
        <p:spPr>
          <a:xfrm>
            <a:off x="670560" y="1584960"/>
            <a:ext cx="6827520" cy="4632960"/>
          </a:xfrm>
          <a:prstGeom prst="rect">
            <a:avLst/>
          </a:prstGeom>
          <a:noFill/>
          <a:ln/>
        </p:spPr>
        <p:txBody>
          <a:bodyPr wrap="square" rtlCol="0" anchor="t"/>
          <a:lstStyle/>
          <a:p>
            <a:r>
              <a:rPr lang="en-US" sz="1867" b="1" dirty="0">
                <a:solidFill>
                  <a:srgbClr val="372579"/>
                </a:solidFill>
                <a:latin typeface="Montserrat" pitchFamily="34" charset="0"/>
                <a:ea typeface="Montserrat" pitchFamily="34" charset="-122"/>
                <a:cs typeface="Montserrat" pitchFamily="34" charset="-120"/>
              </a:rPr>
              <a:t>Силовой тренинг</a:t>
            </a:r>
            <a:r>
              <a:rPr lang="en-US" sz="1867" dirty="0">
                <a:solidFill>
                  <a:srgbClr val="24184E"/>
                </a:solidFill>
                <a:latin typeface="Montserrat" pitchFamily="34" charset="0"/>
                <a:ea typeface="Montserrat" pitchFamily="34" charset="-122"/>
                <a:cs typeface="Montserrat" pitchFamily="34" charset="-120"/>
              </a:rPr>
              <a:t> — массовая практика, требующая систематического учёта нагрузки.</a:t>
            </a:r>
            <a:endParaRPr lang="en-US" sz="1867" dirty="0"/>
          </a:p>
          <a:p>
            <a:r>
              <a:rPr lang="en-US" sz="1867" dirty="0">
                <a:solidFill>
                  <a:srgbClr val="24184E"/>
                </a:solidFill>
                <a:latin typeface="Montserrat" pitchFamily="34" charset="0"/>
                <a:ea typeface="Montserrat" pitchFamily="34" charset="-122"/>
                <a:cs typeface="Montserrat" pitchFamily="34" charset="-120"/>
              </a:rPr>
              <a:t>Ключевые задачи занимающегося — отслеживание прогресса </a:t>
            </a:r>
            <a:r>
              <a:rPr lang="en-US" sz="1867" b="1" dirty="0">
                <a:solidFill>
                  <a:srgbClr val="E85362"/>
                </a:solidFill>
                <a:latin typeface="Montserrat" pitchFamily="34" charset="0"/>
                <a:ea typeface="Montserrat" pitchFamily="34" charset="-122"/>
                <a:cs typeface="Montserrat" pitchFamily="34" charset="-120"/>
              </a:rPr>
              <a:t>1ПМ</a:t>
            </a:r>
            <a:r>
              <a:rPr lang="en-US" sz="1867" dirty="0">
                <a:solidFill>
                  <a:srgbClr val="24184E"/>
                </a:solidFill>
                <a:latin typeface="Montserrat" pitchFamily="34" charset="0"/>
                <a:ea typeface="Montserrat" pitchFamily="34" charset="-122"/>
                <a:cs typeface="Montserrat" pitchFamily="34" charset="-120"/>
              </a:rPr>
              <a:t> и планирование рабочих весов.</a:t>
            </a:r>
            <a:endParaRPr lang="en-US" sz="1867" dirty="0"/>
          </a:p>
          <a:p>
            <a:r>
              <a:rPr lang="en-US" sz="1867" dirty="0">
                <a:solidFill>
                  <a:srgbClr val="24184E"/>
                </a:solidFill>
                <a:latin typeface="Montserrat" pitchFamily="34" charset="0"/>
                <a:ea typeface="Montserrat" pitchFamily="34" charset="-122"/>
                <a:cs typeface="Montserrat" pitchFamily="34" charset="-120"/>
              </a:rPr>
              <a:t>Существующие приложения (Strong, Hevy, FitNotes, Jefit) закрывают лишь часть задач: либо без ML, либо без офлайн-режима, либо с подпиской.</a:t>
            </a:r>
            <a:endParaRPr lang="en-US" sz="1867" dirty="0"/>
          </a:p>
        </p:txBody>
      </p:sp>
      <p:sp>
        <p:nvSpPr>
          <p:cNvPr id="9" name="Shape 7"/>
          <p:cNvSpPr/>
          <p:nvPr/>
        </p:nvSpPr>
        <p:spPr>
          <a:xfrm>
            <a:off x="7802880" y="1706880"/>
            <a:ext cx="3901440" cy="4389120"/>
          </a:xfrm>
          <a:prstGeom prst="rect">
            <a:avLst/>
          </a:prstGeom>
          <a:solidFill>
            <a:srgbClr val="E8E0F7"/>
          </a:solidFill>
          <a:ln w="12700">
            <a:solidFill>
              <a:srgbClr val="372579"/>
            </a:solidFill>
            <a:prstDash val="solid"/>
          </a:ln>
        </p:spPr>
        <p:txBody>
          <a:bodyPr/>
          <a:lstStyle/>
          <a:p>
            <a:endParaRPr lang="ru-RU" sz="2400"/>
          </a:p>
        </p:txBody>
      </p:sp>
      <p:sp>
        <p:nvSpPr>
          <p:cNvPr id="10" name="Shape 8"/>
          <p:cNvSpPr/>
          <p:nvPr/>
        </p:nvSpPr>
        <p:spPr>
          <a:xfrm>
            <a:off x="7802880" y="1706880"/>
            <a:ext cx="3901440" cy="609600"/>
          </a:xfrm>
          <a:prstGeom prst="rect">
            <a:avLst/>
          </a:prstGeom>
          <a:solidFill>
            <a:srgbClr val="372579"/>
          </a:solidFill>
          <a:ln w="12700">
            <a:solidFill>
              <a:srgbClr val="372579"/>
            </a:solidFill>
            <a:prstDash val="solid"/>
          </a:ln>
        </p:spPr>
        <p:txBody>
          <a:bodyPr/>
          <a:lstStyle/>
          <a:p>
            <a:endParaRPr lang="ru-RU" sz="2400"/>
          </a:p>
        </p:txBody>
      </p:sp>
      <p:sp>
        <p:nvSpPr>
          <p:cNvPr id="11" name="Text 9"/>
          <p:cNvSpPr/>
          <p:nvPr/>
        </p:nvSpPr>
        <p:spPr>
          <a:xfrm>
            <a:off x="7802880" y="1706880"/>
            <a:ext cx="3901440" cy="609600"/>
          </a:xfrm>
          <a:prstGeom prst="rect">
            <a:avLst/>
          </a:prstGeom>
          <a:noFill/>
          <a:ln/>
        </p:spPr>
        <p:txBody>
          <a:bodyPr wrap="square" rtlCol="0" anchor="ctr"/>
          <a:lstStyle/>
          <a:p>
            <a:pPr algn="ctr"/>
            <a:r>
              <a:rPr lang="en-US" sz="1733" b="1" spc="400" dirty="0">
                <a:solidFill>
                  <a:srgbClr val="FFFFFF"/>
                </a:solidFill>
                <a:latin typeface="Montserrat SemiBold" pitchFamily="34" charset="0"/>
                <a:ea typeface="Montserrat SemiBold" pitchFamily="34" charset="-122"/>
                <a:cs typeface="Montserrat SemiBold" pitchFamily="34" charset="-120"/>
              </a:rPr>
              <a:t>НИША FITAPP</a:t>
            </a:r>
            <a:endParaRPr lang="en-US" sz="1733" dirty="0"/>
          </a:p>
        </p:txBody>
      </p:sp>
      <p:sp>
        <p:nvSpPr>
          <p:cNvPr id="12" name="Text 10"/>
          <p:cNvSpPr/>
          <p:nvPr/>
        </p:nvSpPr>
        <p:spPr>
          <a:xfrm>
            <a:off x="8046720" y="2499360"/>
            <a:ext cx="3413760" cy="3474720"/>
          </a:xfrm>
          <a:prstGeom prst="rect">
            <a:avLst/>
          </a:prstGeom>
          <a:noFill/>
          <a:ln/>
        </p:spPr>
        <p:txBody>
          <a:bodyPr wrap="square" rtlCol="0" anchor="t"/>
          <a:lstStyle/>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Offline-first архитектура</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Локальный ML без подписки</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Планировщик нагрузки</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Android + Windows</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Синхронизация устройств</a:t>
            </a:r>
            <a:endParaRPr lang="en-US" sz="173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Цель и задачи работы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3 / 12</a:t>
            </a:r>
            <a:endParaRPr lang="en-US" sz="1333" dirty="0"/>
          </a:p>
        </p:txBody>
      </p:sp>
      <p:sp>
        <p:nvSpPr>
          <p:cNvPr id="8" name="Shape 6"/>
          <p:cNvSpPr/>
          <p:nvPr/>
        </p:nvSpPr>
        <p:spPr>
          <a:xfrm>
            <a:off x="670560" y="1524000"/>
            <a:ext cx="11033760" cy="1158240"/>
          </a:xfrm>
          <a:prstGeom prst="rect">
            <a:avLst/>
          </a:prstGeom>
          <a:solidFill>
            <a:srgbClr val="372579"/>
          </a:solidFill>
          <a:ln w="12700">
            <a:solidFill>
              <a:srgbClr val="372579"/>
            </a:solidFill>
            <a:prstDash val="solid"/>
          </a:ln>
        </p:spPr>
        <p:txBody>
          <a:bodyPr/>
          <a:lstStyle/>
          <a:p>
            <a:endParaRPr lang="ru-RU" sz="2400"/>
          </a:p>
        </p:txBody>
      </p:sp>
      <p:sp>
        <p:nvSpPr>
          <p:cNvPr id="9" name="Shape 7"/>
          <p:cNvSpPr/>
          <p:nvPr/>
        </p:nvSpPr>
        <p:spPr>
          <a:xfrm>
            <a:off x="670560" y="1524000"/>
            <a:ext cx="146304" cy="1158240"/>
          </a:xfrm>
          <a:prstGeom prst="rect">
            <a:avLst/>
          </a:prstGeom>
          <a:solidFill>
            <a:srgbClr val="E85362"/>
          </a:solidFill>
          <a:ln w="12700">
            <a:solidFill>
              <a:srgbClr val="E85362"/>
            </a:solidFill>
            <a:prstDash val="solid"/>
          </a:ln>
        </p:spPr>
        <p:txBody>
          <a:bodyPr/>
          <a:lstStyle/>
          <a:p>
            <a:endParaRPr lang="ru-RU" sz="2400"/>
          </a:p>
        </p:txBody>
      </p:sp>
      <p:sp>
        <p:nvSpPr>
          <p:cNvPr id="10" name="Text 8"/>
          <p:cNvSpPr/>
          <p:nvPr/>
        </p:nvSpPr>
        <p:spPr>
          <a:xfrm>
            <a:off x="1036320" y="1584960"/>
            <a:ext cx="10668000" cy="1036320"/>
          </a:xfrm>
          <a:prstGeom prst="rect">
            <a:avLst/>
          </a:prstGeom>
          <a:noFill/>
          <a:ln/>
        </p:spPr>
        <p:txBody>
          <a:bodyPr wrap="square" lIns="0" tIns="0" rIns="0" bIns="0" rtlCol="0" anchor="ctr"/>
          <a:lstStyle/>
          <a:p>
            <a:r>
              <a:rPr lang="en-US" sz="1467" b="1" spc="400" dirty="0">
                <a:solidFill>
                  <a:srgbClr val="E85362"/>
                </a:solidFill>
                <a:latin typeface="Montserrat" pitchFamily="34" charset="0"/>
                <a:ea typeface="Montserrat" pitchFamily="34" charset="-122"/>
                <a:cs typeface="Montserrat" pitchFamily="34" charset="-120"/>
              </a:rPr>
              <a:t>ЦЕЛЬ РАБОТЫ</a:t>
            </a:r>
            <a:endParaRPr lang="en-US" sz="1467" dirty="0"/>
          </a:p>
          <a:p>
            <a:r>
              <a:rPr lang="en-US" sz="1733" dirty="0">
                <a:solidFill>
                  <a:srgbClr val="FFFFFF"/>
                </a:solidFill>
                <a:latin typeface="Montserrat" pitchFamily="34" charset="0"/>
                <a:ea typeface="Montserrat" pitchFamily="34" charset="-122"/>
                <a:cs typeface="Montserrat" pitchFamily="34" charset="-120"/>
              </a:rPr>
              <a:t>Разработка кроссплатформенного приложения для учёта силовых тренировок с локальным ML-прогнозированием 1ПМ, планировщиком нагрузки и облачной синхронизацией.</a:t>
            </a:r>
            <a:endParaRPr lang="en-US" sz="1467" dirty="0"/>
          </a:p>
        </p:txBody>
      </p:sp>
      <p:sp>
        <p:nvSpPr>
          <p:cNvPr id="11" name="Shape 9"/>
          <p:cNvSpPr/>
          <p:nvPr/>
        </p:nvSpPr>
        <p:spPr>
          <a:xfrm>
            <a:off x="670560" y="298704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12" name="Shape 10"/>
          <p:cNvSpPr/>
          <p:nvPr/>
        </p:nvSpPr>
        <p:spPr>
          <a:xfrm>
            <a:off x="853440" y="316992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13" name="Text 11"/>
          <p:cNvSpPr/>
          <p:nvPr/>
        </p:nvSpPr>
        <p:spPr>
          <a:xfrm>
            <a:off x="853440" y="316992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1</a:t>
            </a:r>
            <a:endParaRPr lang="en-US" sz="2133" dirty="0"/>
          </a:p>
        </p:txBody>
      </p:sp>
      <p:sp>
        <p:nvSpPr>
          <p:cNvPr id="14" name="Text 12"/>
          <p:cNvSpPr/>
          <p:nvPr/>
        </p:nvSpPr>
        <p:spPr>
          <a:xfrm>
            <a:off x="1524000" y="310896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Проанализировать предметную область и аналоги</a:t>
            </a:r>
            <a:endParaRPr lang="en-US" sz="1467" dirty="0"/>
          </a:p>
        </p:txBody>
      </p:sp>
      <p:sp>
        <p:nvSpPr>
          <p:cNvPr id="15" name="Shape 13"/>
          <p:cNvSpPr/>
          <p:nvPr/>
        </p:nvSpPr>
        <p:spPr>
          <a:xfrm>
            <a:off x="4389120" y="298704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16" name="Shape 14"/>
          <p:cNvSpPr/>
          <p:nvPr/>
        </p:nvSpPr>
        <p:spPr>
          <a:xfrm>
            <a:off x="4572000" y="316992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17" name="Text 15"/>
          <p:cNvSpPr/>
          <p:nvPr/>
        </p:nvSpPr>
        <p:spPr>
          <a:xfrm>
            <a:off x="4572000" y="316992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2</a:t>
            </a:r>
            <a:endParaRPr lang="en-US" sz="2133" dirty="0"/>
          </a:p>
        </p:txBody>
      </p:sp>
      <p:sp>
        <p:nvSpPr>
          <p:cNvPr id="18" name="Text 16"/>
          <p:cNvSpPr/>
          <p:nvPr/>
        </p:nvSpPr>
        <p:spPr>
          <a:xfrm>
            <a:off x="5242560" y="310896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Спроектировать архитектуру клиента и сервера</a:t>
            </a:r>
            <a:endParaRPr lang="en-US" sz="1467" dirty="0"/>
          </a:p>
        </p:txBody>
      </p:sp>
      <p:sp>
        <p:nvSpPr>
          <p:cNvPr id="19" name="Shape 17"/>
          <p:cNvSpPr/>
          <p:nvPr/>
        </p:nvSpPr>
        <p:spPr>
          <a:xfrm>
            <a:off x="8107680" y="298704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20" name="Shape 18"/>
          <p:cNvSpPr/>
          <p:nvPr/>
        </p:nvSpPr>
        <p:spPr>
          <a:xfrm>
            <a:off x="8290560" y="316992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21" name="Text 19"/>
          <p:cNvSpPr/>
          <p:nvPr/>
        </p:nvSpPr>
        <p:spPr>
          <a:xfrm>
            <a:off x="8290560" y="316992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3</a:t>
            </a:r>
            <a:endParaRPr lang="en-US" sz="2133" dirty="0"/>
          </a:p>
        </p:txBody>
      </p:sp>
      <p:sp>
        <p:nvSpPr>
          <p:cNvPr id="22" name="Text 20"/>
          <p:cNvSpPr/>
          <p:nvPr/>
        </p:nvSpPr>
        <p:spPr>
          <a:xfrm>
            <a:off x="8961120" y="310896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Реализовать клиент: дневник, шаблоны, статистику</a:t>
            </a:r>
            <a:endParaRPr lang="en-US" sz="1467" dirty="0"/>
          </a:p>
        </p:txBody>
      </p:sp>
      <p:sp>
        <p:nvSpPr>
          <p:cNvPr id="23" name="Shape 21"/>
          <p:cNvSpPr/>
          <p:nvPr/>
        </p:nvSpPr>
        <p:spPr>
          <a:xfrm>
            <a:off x="670560" y="475488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24" name="Shape 22"/>
          <p:cNvSpPr/>
          <p:nvPr/>
        </p:nvSpPr>
        <p:spPr>
          <a:xfrm>
            <a:off x="853440" y="493776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25" name="Text 23"/>
          <p:cNvSpPr/>
          <p:nvPr/>
        </p:nvSpPr>
        <p:spPr>
          <a:xfrm>
            <a:off x="853440" y="493776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4</a:t>
            </a:r>
            <a:endParaRPr lang="en-US" sz="2133" dirty="0"/>
          </a:p>
        </p:txBody>
      </p:sp>
      <p:sp>
        <p:nvSpPr>
          <p:cNvPr id="26" name="Text 24"/>
          <p:cNvSpPr/>
          <p:nvPr/>
        </p:nvSpPr>
        <p:spPr>
          <a:xfrm>
            <a:off x="1524000" y="487680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Обучить ML-модель 1ПМ (LightGBM → ONNX)</a:t>
            </a:r>
            <a:endParaRPr lang="en-US" sz="1467" dirty="0"/>
          </a:p>
        </p:txBody>
      </p:sp>
      <p:sp>
        <p:nvSpPr>
          <p:cNvPr id="27" name="Shape 25"/>
          <p:cNvSpPr/>
          <p:nvPr/>
        </p:nvSpPr>
        <p:spPr>
          <a:xfrm>
            <a:off x="4389120" y="475488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28" name="Shape 26"/>
          <p:cNvSpPr/>
          <p:nvPr/>
        </p:nvSpPr>
        <p:spPr>
          <a:xfrm>
            <a:off x="4572000" y="493776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29" name="Text 27"/>
          <p:cNvSpPr/>
          <p:nvPr/>
        </p:nvSpPr>
        <p:spPr>
          <a:xfrm>
            <a:off x="4572000" y="493776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5</a:t>
            </a:r>
            <a:endParaRPr lang="en-US" sz="2133" dirty="0"/>
          </a:p>
        </p:txBody>
      </p:sp>
      <p:sp>
        <p:nvSpPr>
          <p:cNvPr id="30" name="Text 28"/>
          <p:cNvSpPr/>
          <p:nvPr/>
        </p:nvSpPr>
        <p:spPr>
          <a:xfrm>
            <a:off x="5242560" y="487680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Реализовать протокол синхронизации (LWW)</a:t>
            </a:r>
            <a:endParaRPr lang="en-US" sz="1467" dirty="0"/>
          </a:p>
        </p:txBody>
      </p:sp>
      <p:sp>
        <p:nvSpPr>
          <p:cNvPr id="31" name="Shape 29"/>
          <p:cNvSpPr/>
          <p:nvPr/>
        </p:nvSpPr>
        <p:spPr>
          <a:xfrm>
            <a:off x="8107680" y="475488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32" name="Shape 30"/>
          <p:cNvSpPr/>
          <p:nvPr/>
        </p:nvSpPr>
        <p:spPr>
          <a:xfrm>
            <a:off x="8290560" y="493776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33" name="Text 31"/>
          <p:cNvSpPr/>
          <p:nvPr/>
        </p:nvSpPr>
        <p:spPr>
          <a:xfrm>
            <a:off x="8290560" y="493776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6</a:t>
            </a:r>
            <a:endParaRPr lang="en-US" sz="2133" dirty="0"/>
          </a:p>
        </p:txBody>
      </p:sp>
      <p:sp>
        <p:nvSpPr>
          <p:cNvPr id="34" name="Text 32"/>
          <p:cNvSpPr/>
          <p:nvPr/>
        </p:nvSpPr>
        <p:spPr>
          <a:xfrm>
            <a:off x="8961120" y="487680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Провести функциональное и интеграционное тестирование</a:t>
            </a:r>
            <a:endParaRPr lang="en-US" sz="146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Сравнительный анализ аналогов</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4 / 12</a:t>
            </a:r>
            <a:endParaRPr lang="en-US" sz="1333" dirty="0"/>
          </a:p>
        </p:txBody>
      </p:sp>
      <p:graphicFrame>
        <p:nvGraphicFramePr>
          <p:cNvPr id="8" name="Table 0"/>
          <p:cNvGraphicFramePr>
            <a:graphicFrameLocks noGrp="1"/>
          </p:cNvGraphicFramePr>
          <p:nvPr/>
        </p:nvGraphicFramePr>
        <p:xfrm>
          <a:off x="670560" y="1524000"/>
          <a:ext cx="11033760" cy="3195320"/>
        </p:xfrm>
        <a:graphic>
          <a:graphicData uri="http://schemas.openxmlformats.org/drawingml/2006/table">
            <a:tbl>
              <a:tblPr/>
              <a:tblGrid>
                <a:gridCol w="2987040">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1609344">
                  <a:extLst>
                    <a:ext uri="{9D8B030D-6E8A-4147-A177-3AD203B41FA5}">
                      <a16:colId xmlns:a16="http://schemas.microsoft.com/office/drawing/2014/main" val="20002"/>
                    </a:ext>
                  </a:extLst>
                </a:gridCol>
                <a:gridCol w="1609344">
                  <a:extLst>
                    <a:ext uri="{9D8B030D-6E8A-4147-A177-3AD203B41FA5}">
                      <a16:colId xmlns:a16="http://schemas.microsoft.com/office/drawing/2014/main" val="20003"/>
                    </a:ext>
                  </a:extLst>
                </a:gridCol>
                <a:gridCol w="1609344">
                  <a:extLst>
                    <a:ext uri="{9D8B030D-6E8A-4147-A177-3AD203B41FA5}">
                      <a16:colId xmlns:a16="http://schemas.microsoft.com/office/drawing/2014/main" val="20004"/>
                    </a:ext>
                  </a:extLst>
                </a:gridCol>
                <a:gridCol w="1609344">
                  <a:extLst>
                    <a:ext uri="{9D8B030D-6E8A-4147-A177-3AD203B41FA5}">
                      <a16:colId xmlns:a16="http://schemas.microsoft.com/office/drawing/2014/main" val="20005"/>
                    </a:ext>
                  </a:extLst>
                </a:gridCol>
              </a:tblGrid>
              <a:tr h="345440">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Критерий</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Strong</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Hevy</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FitNotes</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Jefit</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FitApp</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0"/>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Поддержка Windows</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1"/>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Offline-first</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2"/>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Поддержка RPE</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частично</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3"/>
                  </a:ext>
                </a:extLst>
              </a:tr>
              <a:tr h="386080">
                <a:tc>
                  <a:txBody>
                    <a:bodyPr/>
                    <a:lstStyle/>
                    <a:p>
                      <a:pPr marL="0" indent="0" algn="l">
                        <a:buNone/>
                      </a:pPr>
                      <a:r>
                        <a:rPr lang="en-US" sz="1300" b="1" dirty="0">
                          <a:solidFill>
                            <a:srgbClr val="24184E"/>
                          </a:solidFill>
                          <a:latin typeface="Montserrat" pitchFamily="34" charset="0"/>
                          <a:ea typeface="Montserrat" pitchFamily="34" charset="-122"/>
                          <a:cs typeface="Montserrat" pitchFamily="34" charset="-120"/>
                        </a:rPr>
                        <a:t>ML-прогноз 1ПМ</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4"/>
                  </a:ext>
                </a:extLst>
              </a:tr>
              <a:tr h="386080">
                <a:tc>
                  <a:txBody>
                    <a:bodyPr/>
                    <a:lstStyle/>
                    <a:p>
                      <a:pPr marL="0" indent="0" algn="l">
                        <a:buNone/>
                      </a:pPr>
                      <a:r>
                        <a:rPr lang="en-US" sz="1300" b="1" dirty="0">
                          <a:solidFill>
                            <a:srgbClr val="24184E"/>
                          </a:solidFill>
                          <a:latin typeface="Montserrat" pitchFamily="34" charset="0"/>
                          <a:ea typeface="Montserrat" pitchFamily="34" charset="-122"/>
                          <a:cs typeface="Montserrat" pitchFamily="34" charset="-120"/>
                        </a:rPr>
                        <a:t>Планировщик нагрузки</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платно</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5"/>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Облачная синхронизация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iCloud</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6"/>
                  </a:ext>
                </a:extLst>
              </a:tr>
              <a:tr h="52832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Модель монетизации</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err="1">
                          <a:solidFill>
                            <a:srgbClr val="24184E"/>
                          </a:solidFill>
                          <a:latin typeface="Montserrat" pitchFamily="34" charset="0"/>
                          <a:ea typeface="Montserrat" pitchFamily="34" charset="-122"/>
                          <a:cs typeface="Montserrat" pitchFamily="34" charset="-120"/>
                        </a:rPr>
                        <a:t>Усл</a:t>
                      </a:r>
                      <a:r>
                        <a:rPr lang="ru-RU" sz="1300" dirty="0" err="1">
                          <a:solidFill>
                            <a:srgbClr val="24184E"/>
                          </a:solidFill>
                          <a:latin typeface="Montserrat" pitchFamily="34" charset="0"/>
                          <a:ea typeface="Montserrat" pitchFamily="34" charset="-122"/>
                          <a:cs typeface="Montserrat" pitchFamily="34" charset="-120"/>
                        </a:rPr>
                        <a:t>овно</a:t>
                      </a:r>
                      <a:r>
                        <a:rPr lang="en-US" sz="1300" dirty="0">
                          <a:solidFill>
                            <a:srgbClr val="24184E"/>
                          </a:solidFill>
                          <a:latin typeface="Montserrat" pitchFamily="34" charset="0"/>
                          <a:ea typeface="Montserrat" pitchFamily="34" charset="-122"/>
                          <a:cs typeface="Montserrat" pitchFamily="34" charset="-120"/>
                        </a:rPr>
                        <a:t>-</a:t>
                      </a:r>
                      <a:r>
                        <a:rPr lang="en-US" sz="1300" dirty="0" err="1">
                          <a:solidFill>
                            <a:srgbClr val="24184E"/>
                          </a:solidFill>
                          <a:latin typeface="Montserrat" pitchFamily="34" charset="0"/>
                          <a:ea typeface="Montserrat" pitchFamily="34" charset="-122"/>
                          <a:cs typeface="Montserrat" pitchFamily="34" charset="-120"/>
                        </a:rPr>
                        <a:t>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err="1">
                          <a:solidFill>
                            <a:srgbClr val="24184E"/>
                          </a:solidFill>
                          <a:latin typeface="Montserrat" pitchFamily="34" charset="0"/>
                          <a:ea typeface="Montserrat" pitchFamily="34" charset="-122"/>
                          <a:cs typeface="Montserrat" pitchFamily="34" charset="-120"/>
                        </a:rPr>
                        <a:t>Усл</a:t>
                      </a:r>
                      <a:r>
                        <a:rPr lang="ru-RU" sz="1300" dirty="0" err="1">
                          <a:solidFill>
                            <a:srgbClr val="24184E"/>
                          </a:solidFill>
                          <a:latin typeface="Montserrat" pitchFamily="34" charset="0"/>
                          <a:ea typeface="Montserrat" pitchFamily="34" charset="-122"/>
                          <a:cs typeface="Montserrat" pitchFamily="34" charset="-120"/>
                        </a:rPr>
                        <a:t>овно</a:t>
                      </a:r>
                      <a:r>
                        <a:rPr lang="en-US" sz="1300" dirty="0">
                          <a:solidFill>
                            <a:srgbClr val="24184E"/>
                          </a:solidFill>
                          <a:latin typeface="Montserrat" pitchFamily="34" charset="0"/>
                          <a:ea typeface="Montserrat" pitchFamily="34" charset="-122"/>
                          <a:cs typeface="Montserrat" pitchFamily="34" charset="-120"/>
                        </a:rPr>
                        <a:t>-</a:t>
                      </a:r>
                      <a:r>
                        <a:rPr lang="en-US" sz="1300" dirty="0" err="1">
                          <a:solidFill>
                            <a:srgbClr val="24184E"/>
                          </a:solidFill>
                          <a:latin typeface="Montserrat" pitchFamily="34" charset="0"/>
                          <a:ea typeface="Montserrat" pitchFamily="34" charset="-122"/>
                          <a:cs typeface="Montserrat" pitchFamily="34" charset="-120"/>
                        </a:rPr>
                        <a:t>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Усл.-бесплатная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24184E"/>
                          </a:solidFill>
                          <a:latin typeface="Montserrat" pitchFamily="34" charset="0"/>
                          <a:ea typeface="Montserrat" pitchFamily="34" charset="-122"/>
                          <a:cs typeface="Montserrat" pitchFamily="34" charset="-120"/>
                        </a:rPr>
                        <a:t>Open Source</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E0F7"/>
                    </a:solidFill>
                  </a:tcPr>
                </a:tc>
                <a:extLst>
                  <a:ext uri="{0D108BD9-81ED-4DB2-BD59-A6C34878D82A}">
                    <a16:rowId xmlns:a16="http://schemas.microsoft.com/office/drawing/2014/main" val="10007"/>
                  </a:ext>
                </a:extLst>
              </a:tr>
            </a:tbl>
          </a:graphicData>
        </a:graphic>
      </p:graphicFrame>
      <p:sp>
        <p:nvSpPr>
          <p:cNvPr id="9" name="Shape 6"/>
          <p:cNvSpPr/>
          <p:nvPr/>
        </p:nvSpPr>
        <p:spPr>
          <a:xfrm>
            <a:off x="670560" y="5730240"/>
            <a:ext cx="11033760" cy="609600"/>
          </a:xfrm>
          <a:prstGeom prst="rect">
            <a:avLst/>
          </a:prstGeom>
          <a:solidFill>
            <a:srgbClr val="E8E0F7"/>
          </a:solidFill>
          <a:ln w="6350">
            <a:solidFill>
              <a:srgbClr val="372579"/>
            </a:solidFill>
            <a:prstDash val="solid"/>
          </a:ln>
        </p:spPr>
        <p:txBody>
          <a:bodyPr/>
          <a:lstStyle/>
          <a:p>
            <a:endParaRPr lang="ru-RU" sz="2400"/>
          </a:p>
        </p:txBody>
      </p:sp>
      <p:sp>
        <p:nvSpPr>
          <p:cNvPr id="10" name="Shape 7"/>
          <p:cNvSpPr/>
          <p:nvPr/>
        </p:nvSpPr>
        <p:spPr>
          <a:xfrm>
            <a:off x="670560" y="5730240"/>
            <a:ext cx="121920" cy="609600"/>
          </a:xfrm>
          <a:prstGeom prst="rect">
            <a:avLst/>
          </a:prstGeom>
          <a:solidFill>
            <a:srgbClr val="E85362"/>
          </a:solidFill>
          <a:ln w="12700">
            <a:solidFill>
              <a:srgbClr val="E85362"/>
            </a:solidFill>
            <a:prstDash val="solid"/>
          </a:ln>
        </p:spPr>
        <p:txBody>
          <a:bodyPr/>
          <a:lstStyle/>
          <a:p>
            <a:endParaRPr lang="ru-RU" sz="2400"/>
          </a:p>
        </p:txBody>
      </p:sp>
      <p:sp>
        <p:nvSpPr>
          <p:cNvPr id="11" name="Text 8"/>
          <p:cNvSpPr/>
          <p:nvPr/>
        </p:nvSpPr>
        <p:spPr>
          <a:xfrm>
            <a:off x="975360" y="5754624"/>
            <a:ext cx="10668000" cy="548640"/>
          </a:xfrm>
          <a:prstGeom prst="rect">
            <a:avLst/>
          </a:prstGeom>
          <a:noFill/>
          <a:ln/>
        </p:spPr>
        <p:txBody>
          <a:bodyPr wrap="square" lIns="0" tIns="0" rIns="0" bIns="0" rtlCol="0" anchor="ctr"/>
          <a:lstStyle/>
          <a:p>
            <a:r>
              <a:rPr lang="en-US" sz="1467" b="1" dirty="0">
                <a:solidFill>
                  <a:srgbClr val="372579"/>
                </a:solidFill>
                <a:latin typeface="Montserrat" pitchFamily="34" charset="0"/>
                <a:ea typeface="Montserrat" pitchFamily="34" charset="-122"/>
                <a:cs typeface="Montserrat" pitchFamily="34" charset="-120"/>
              </a:rPr>
              <a:t>Вывод: </a:t>
            </a:r>
            <a:r>
              <a:rPr lang="en-US" sz="1467" dirty="0">
                <a:solidFill>
                  <a:srgbClr val="24184E"/>
                </a:solidFill>
                <a:latin typeface="Montserrat" pitchFamily="34" charset="0"/>
                <a:ea typeface="Montserrat" pitchFamily="34" charset="-122"/>
                <a:cs typeface="Montserrat" pitchFamily="34" charset="-120"/>
              </a:rPr>
              <a:t>FitApp — единственное решение, объединяющее все ключевые функции в одном бесплатном open-source продукте.</a:t>
            </a:r>
            <a:endParaRPr lang="en-US" sz="146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Архитектура системы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5 / 12</a:t>
            </a:r>
            <a:endParaRPr lang="en-US" sz="1333" dirty="0"/>
          </a:p>
        </p:txBody>
      </p:sp>
      <p:sp>
        <p:nvSpPr>
          <p:cNvPr id="8" name="Shape 6"/>
          <p:cNvSpPr/>
          <p:nvPr/>
        </p:nvSpPr>
        <p:spPr>
          <a:xfrm>
            <a:off x="670560" y="1524000"/>
            <a:ext cx="5242560" cy="4693920"/>
          </a:xfrm>
          <a:prstGeom prst="rect">
            <a:avLst/>
          </a:prstGeom>
          <a:solidFill>
            <a:srgbClr val="FFFFFF"/>
          </a:solidFill>
          <a:ln w="25400">
            <a:solidFill>
              <a:srgbClr val="372579"/>
            </a:solidFill>
            <a:prstDash val="solid"/>
          </a:ln>
        </p:spPr>
        <p:txBody>
          <a:bodyPr/>
          <a:lstStyle/>
          <a:p>
            <a:endParaRPr lang="ru-RU" sz="2400"/>
          </a:p>
        </p:txBody>
      </p:sp>
      <p:sp>
        <p:nvSpPr>
          <p:cNvPr id="9" name="Shape 7"/>
          <p:cNvSpPr/>
          <p:nvPr/>
        </p:nvSpPr>
        <p:spPr>
          <a:xfrm>
            <a:off x="670560" y="1524000"/>
            <a:ext cx="5242560" cy="609600"/>
          </a:xfrm>
          <a:prstGeom prst="rect">
            <a:avLst/>
          </a:prstGeom>
          <a:solidFill>
            <a:srgbClr val="372579"/>
          </a:solidFill>
          <a:ln w="12700">
            <a:solidFill>
              <a:srgbClr val="372579"/>
            </a:solidFill>
            <a:prstDash val="solid"/>
          </a:ln>
        </p:spPr>
        <p:txBody>
          <a:bodyPr/>
          <a:lstStyle/>
          <a:p>
            <a:endParaRPr lang="ru-RU" sz="2400"/>
          </a:p>
        </p:txBody>
      </p:sp>
      <p:sp>
        <p:nvSpPr>
          <p:cNvPr id="10" name="Text 8"/>
          <p:cNvSpPr/>
          <p:nvPr/>
        </p:nvSpPr>
        <p:spPr>
          <a:xfrm>
            <a:off x="670560" y="1524000"/>
            <a:ext cx="5242560" cy="609600"/>
          </a:xfrm>
          <a:prstGeom prst="rect">
            <a:avLst/>
          </a:prstGeom>
          <a:noFill/>
          <a:ln/>
        </p:spPr>
        <p:txBody>
          <a:bodyPr wrap="square" rtlCol="0" anchor="ctr"/>
          <a:lstStyle/>
          <a:p>
            <a:pPr algn="ctr"/>
            <a:r>
              <a:rPr lang="en-US" sz="1733" b="1" spc="267" dirty="0">
                <a:solidFill>
                  <a:srgbClr val="FFFFFF"/>
                </a:solidFill>
                <a:latin typeface="Montserrat SemiBold" pitchFamily="34" charset="0"/>
                <a:ea typeface="Montserrat SemiBold" pitchFamily="34" charset="-122"/>
                <a:cs typeface="Montserrat SemiBold" pitchFamily="34" charset="-120"/>
              </a:rPr>
              <a:t>КЛИЕНТ · .NET MAUI 9</a:t>
            </a:r>
            <a:endParaRPr lang="en-US" sz="1733" dirty="0"/>
          </a:p>
        </p:txBody>
      </p:sp>
      <p:sp>
        <p:nvSpPr>
          <p:cNvPr id="11" name="Shape 9"/>
          <p:cNvSpPr/>
          <p:nvPr/>
        </p:nvSpPr>
        <p:spPr>
          <a:xfrm>
            <a:off x="914400" y="2377440"/>
            <a:ext cx="4754880" cy="792480"/>
          </a:xfrm>
          <a:prstGeom prst="rect">
            <a:avLst/>
          </a:prstGeom>
          <a:solidFill>
            <a:srgbClr val="E8E0F7"/>
          </a:solidFill>
          <a:ln w="6350">
            <a:solidFill>
              <a:srgbClr val="8C64D8"/>
            </a:solidFill>
            <a:prstDash val="solid"/>
          </a:ln>
        </p:spPr>
        <p:txBody>
          <a:bodyPr/>
          <a:lstStyle/>
          <a:p>
            <a:endParaRPr lang="ru-RU" sz="2400"/>
          </a:p>
        </p:txBody>
      </p:sp>
      <p:sp>
        <p:nvSpPr>
          <p:cNvPr id="12" name="Text 10"/>
          <p:cNvSpPr/>
          <p:nvPr/>
        </p:nvSpPr>
        <p:spPr>
          <a:xfrm>
            <a:off x="914400" y="2377440"/>
            <a:ext cx="4754880" cy="792480"/>
          </a:xfrm>
          <a:prstGeom prst="rect">
            <a:avLst/>
          </a:prstGeom>
          <a:noFill/>
          <a:ln/>
        </p:spPr>
        <p:txBody>
          <a:bodyPr wrap="square" lIns="0" tIns="0" rIns="0" bIns="0" rtlCol="0" anchor="ctr"/>
          <a:lstStyle/>
          <a:p>
            <a:pPr algn="ctr"/>
            <a:r>
              <a:rPr lang="en-US" sz="1467" b="1" dirty="0">
                <a:solidFill>
                  <a:srgbClr val="372579"/>
                </a:solidFill>
                <a:latin typeface="Montserrat" pitchFamily="34" charset="0"/>
                <a:ea typeface="Montserrat" pitchFamily="34" charset="-122"/>
                <a:cs typeface="Montserrat" pitchFamily="34" charset="-120"/>
              </a:rPr>
              <a:t>MVVM</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Views · ViewModels · Models</a:t>
            </a:r>
            <a:endParaRPr lang="en-US" sz="1467" dirty="0"/>
          </a:p>
        </p:txBody>
      </p:sp>
      <p:sp>
        <p:nvSpPr>
          <p:cNvPr id="13" name="Shape 11"/>
          <p:cNvSpPr/>
          <p:nvPr/>
        </p:nvSpPr>
        <p:spPr>
          <a:xfrm>
            <a:off x="914400" y="3291840"/>
            <a:ext cx="4754880" cy="1341120"/>
          </a:xfrm>
          <a:prstGeom prst="rect">
            <a:avLst/>
          </a:prstGeom>
          <a:solidFill>
            <a:srgbClr val="E8E0F7"/>
          </a:solidFill>
          <a:ln w="6350">
            <a:solidFill>
              <a:srgbClr val="8C64D8"/>
            </a:solidFill>
            <a:prstDash val="solid"/>
          </a:ln>
        </p:spPr>
        <p:txBody>
          <a:bodyPr/>
          <a:lstStyle/>
          <a:p>
            <a:endParaRPr lang="ru-RU" sz="2400"/>
          </a:p>
        </p:txBody>
      </p:sp>
      <p:sp>
        <p:nvSpPr>
          <p:cNvPr id="14" name="Text 12"/>
          <p:cNvSpPr/>
          <p:nvPr/>
        </p:nvSpPr>
        <p:spPr>
          <a:xfrm>
            <a:off x="914400" y="3389376"/>
            <a:ext cx="4754880" cy="1219200"/>
          </a:xfrm>
          <a:prstGeom prst="rect">
            <a:avLst/>
          </a:prstGeom>
          <a:noFill/>
          <a:ln/>
        </p:spPr>
        <p:txBody>
          <a:bodyPr wrap="square" lIns="0" tIns="0" rIns="0" bIns="0" rtlCol="0" anchor="t"/>
          <a:lstStyle/>
          <a:p>
            <a:pPr algn="ctr"/>
            <a:r>
              <a:rPr lang="en-US" sz="1467" b="1" spc="267" dirty="0">
                <a:solidFill>
                  <a:srgbClr val="372579"/>
                </a:solidFill>
                <a:latin typeface="Montserrat" pitchFamily="34" charset="0"/>
                <a:ea typeface="Montserrat" pitchFamily="34" charset="-122"/>
                <a:cs typeface="Montserrat" pitchFamily="34" charset="-120"/>
              </a:rPr>
              <a:t>СЕРВИСНЫЙ СЛОЙ</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OnnxPredictionService</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WorkoutPlannerService</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SyncService · AuthClient</a:t>
            </a:r>
            <a:endParaRPr lang="en-US" sz="1467" dirty="0"/>
          </a:p>
        </p:txBody>
      </p:sp>
      <p:sp>
        <p:nvSpPr>
          <p:cNvPr id="15" name="Shape 13"/>
          <p:cNvSpPr/>
          <p:nvPr/>
        </p:nvSpPr>
        <p:spPr>
          <a:xfrm>
            <a:off x="914400" y="4754880"/>
            <a:ext cx="4754880" cy="1341120"/>
          </a:xfrm>
          <a:prstGeom prst="rect">
            <a:avLst/>
          </a:prstGeom>
          <a:solidFill>
            <a:srgbClr val="E8E0F7"/>
          </a:solidFill>
          <a:ln w="6350">
            <a:solidFill>
              <a:srgbClr val="8C64D8"/>
            </a:solidFill>
            <a:prstDash val="solid"/>
          </a:ln>
        </p:spPr>
        <p:txBody>
          <a:bodyPr/>
          <a:lstStyle/>
          <a:p>
            <a:endParaRPr lang="ru-RU" sz="2400"/>
          </a:p>
        </p:txBody>
      </p:sp>
      <p:sp>
        <p:nvSpPr>
          <p:cNvPr id="16" name="Text 14"/>
          <p:cNvSpPr/>
          <p:nvPr/>
        </p:nvSpPr>
        <p:spPr>
          <a:xfrm>
            <a:off x="914400" y="4852416"/>
            <a:ext cx="4754880" cy="1219200"/>
          </a:xfrm>
          <a:prstGeom prst="rect">
            <a:avLst/>
          </a:prstGeom>
          <a:noFill/>
          <a:ln/>
        </p:spPr>
        <p:txBody>
          <a:bodyPr wrap="square" lIns="0" tIns="0" rIns="0" bIns="0" rtlCol="0" anchor="t"/>
          <a:lstStyle/>
          <a:p>
            <a:pPr algn="ctr"/>
            <a:r>
              <a:rPr lang="en-US" sz="1467" b="1" spc="267" dirty="0">
                <a:solidFill>
                  <a:srgbClr val="372579"/>
                </a:solidFill>
                <a:latin typeface="Montserrat" pitchFamily="34" charset="0"/>
                <a:ea typeface="Montserrat" pitchFamily="34" charset="-122"/>
                <a:cs typeface="Montserrat" pitchFamily="34" charset="-120"/>
              </a:rPr>
              <a:t>ЛОКАЛЬНОЕ ХРАНИЛИЩЕ</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SQLite · ONNX-модель (1,5 МБ)</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SecureStorage (JWT)</a:t>
            </a:r>
            <a:endParaRPr lang="en-US" sz="1467" dirty="0"/>
          </a:p>
        </p:txBody>
      </p:sp>
      <p:sp>
        <p:nvSpPr>
          <p:cNvPr id="17" name="Shape 15"/>
          <p:cNvSpPr/>
          <p:nvPr/>
        </p:nvSpPr>
        <p:spPr>
          <a:xfrm>
            <a:off x="5974080" y="3048000"/>
            <a:ext cx="853440" cy="0"/>
          </a:xfrm>
          <a:prstGeom prst="line">
            <a:avLst/>
          </a:prstGeom>
          <a:noFill/>
          <a:ln w="31750">
            <a:solidFill>
              <a:srgbClr val="E85362"/>
            </a:solidFill>
            <a:prstDash val="solid"/>
            <a:headEnd type="triangle"/>
            <a:tailEnd type="triangle"/>
          </a:ln>
        </p:spPr>
        <p:txBody>
          <a:bodyPr/>
          <a:lstStyle/>
          <a:p>
            <a:endParaRPr lang="ru-RU" sz="2400"/>
          </a:p>
        </p:txBody>
      </p:sp>
      <p:sp>
        <p:nvSpPr>
          <p:cNvPr id="18" name="Text 16"/>
          <p:cNvSpPr/>
          <p:nvPr/>
        </p:nvSpPr>
        <p:spPr>
          <a:xfrm>
            <a:off x="5913120" y="2316480"/>
            <a:ext cx="975360" cy="609600"/>
          </a:xfrm>
          <a:prstGeom prst="rect">
            <a:avLst/>
          </a:prstGeom>
          <a:noFill/>
          <a:ln/>
        </p:spPr>
        <p:txBody>
          <a:bodyPr wrap="square" rtlCol="0" anchor="ctr"/>
          <a:lstStyle/>
          <a:p>
            <a:pPr algn="ctr"/>
            <a:r>
              <a:rPr lang="en-US" sz="1200" b="1" dirty="0">
                <a:solidFill>
                  <a:srgbClr val="E85362"/>
                </a:solidFill>
                <a:latin typeface="Montserrat" pitchFamily="34" charset="0"/>
                <a:ea typeface="Montserrat" pitchFamily="34" charset="-122"/>
                <a:cs typeface="Montserrat" pitchFamily="34" charset="-120"/>
              </a:rPr>
              <a:t>HTTPS</a:t>
            </a:r>
            <a:endParaRPr lang="en-US" sz="1200" dirty="0"/>
          </a:p>
          <a:p>
            <a:pPr algn="ctr"/>
            <a:r>
              <a:rPr lang="en-US" sz="1067" dirty="0">
                <a:solidFill>
                  <a:srgbClr val="372579"/>
                </a:solidFill>
                <a:latin typeface="Montserrat" pitchFamily="34" charset="0"/>
                <a:ea typeface="Montserrat" pitchFamily="34" charset="-122"/>
                <a:cs typeface="Montserrat" pitchFamily="34" charset="-120"/>
              </a:rPr>
              <a:t>JWT Bearer</a:t>
            </a:r>
            <a:endParaRPr lang="en-US" sz="1200" dirty="0"/>
          </a:p>
        </p:txBody>
      </p:sp>
      <p:sp>
        <p:nvSpPr>
          <p:cNvPr id="19" name="Shape 17"/>
          <p:cNvSpPr/>
          <p:nvPr/>
        </p:nvSpPr>
        <p:spPr>
          <a:xfrm>
            <a:off x="6888480" y="1524000"/>
            <a:ext cx="4876800" cy="2682240"/>
          </a:xfrm>
          <a:prstGeom prst="rect">
            <a:avLst/>
          </a:prstGeom>
          <a:solidFill>
            <a:srgbClr val="FFFFFF"/>
          </a:solidFill>
          <a:ln w="25400">
            <a:solidFill>
              <a:srgbClr val="372579"/>
            </a:solidFill>
            <a:prstDash val="solid"/>
          </a:ln>
        </p:spPr>
        <p:txBody>
          <a:bodyPr/>
          <a:lstStyle/>
          <a:p>
            <a:endParaRPr lang="ru-RU" sz="2400"/>
          </a:p>
        </p:txBody>
      </p:sp>
      <p:sp>
        <p:nvSpPr>
          <p:cNvPr id="20" name="Shape 18"/>
          <p:cNvSpPr/>
          <p:nvPr/>
        </p:nvSpPr>
        <p:spPr>
          <a:xfrm>
            <a:off x="6888480" y="1524000"/>
            <a:ext cx="4876800" cy="609600"/>
          </a:xfrm>
          <a:prstGeom prst="rect">
            <a:avLst/>
          </a:prstGeom>
          <a:solidFill>
            <a:srgbClr val="372579"/>
          </a:solidFill>
          <a:ln w="12700">
            <a:solidFill>
              <a:srgbClr val="372579"/>
            </a:solidFill>
            <a:prstDash val="solid"/>
          </a:ln>
        </p:spPr>
        <p:txBody>
          <a:bodyPr/>
          <a:lstStyle/>
          <a:p>
            <a:endParaRPr lang="ru-RU" sz="2400"/>
          </a:p>
        </p:txBody>
      </p:sp>
      <p:sp>
        <p:nvSpPr>
          <p:cNvPr id="21" name="Text 19"/>
          <p:cNvSpPr/>
          <p:nvPr/>
        </p:nvSpPr>
        <p:spPr>
          <a:xfrm>
            <a:off x="6888480" y="1524000"/>
            <a:ext cx="4876800" cy="609600"/>
          </a:xfrm>
          <a:prstGeom prst="rect">
            <a:avLst/>
          </a:prstGeom>
          <a:noFill/>
          <a:ln/>
        </p:spPr>
        <p:txBody>
          <a:bodyPr wrap="square" rtlCol="0" anchor="ctr"/>
          <a:lstStyle/>
          <a:p>
            <a:pPr algn="ctr"/>
            <a:r>
              <a:rPr lang="en-US" sz="1733" b="1" spc="267" dirty="0">
                <a:solidFill>
                  <a:srgbClr val="FFFFFF"/>
                </a:solidFill>
                <a:latin typeface="Montserrat SemiBold" pitchFamily="34" charset="0"/>
                <a:ea typeface="Montserrat SemiBold" pitchFamily="34" charset="-122"/>
                <a:cs typeface="Montserrat SemiBold" pitchFamily="34" charset="-120"/>
              </a:rPr>
              <a:t>СЕРВЕР · ASP.NET Core 9</a:t>
            </a:r>
            <a:endParaRPr lang="en-US" sz="1733" dirty="0"/>
          </a:p>
        </p:txBody>
      </p:sp>
      <p:sp>
        <p:nvSpPr>
          <p:cNvPr id="22" name="Text 20"/>
          <p:cNvSpPr/>
          <p:nvPr/>
        </p:nvSpPr>
        <p:spPr>
          <a:xfrm>
            <a:off x="7193280" y="2255520"/>
            <a:ext cx="4267200" cy="1828800"/>
          </a:xfrm>
          <a:prstGeom prst="rect">
            <a:avLst/>
          </a:prstGeom>
          <a:noFill/>
          <a:ln/>
        </p:spPr>
        <p:txBody>
          <a:bodyPr wrap="square" rtlCol="0" anchor="t"/>
          <a:lstStyle/>
          <a:p>
            <a:pPr>
              <a:spcAft>
                <a:spcPts val="400"/>
              </a:spcAft>
            </a:pPr>
            <a:r>
              <a:rPr lang="en-US" sz="1467" dirty="0">
                <a:solidFill>
                  <a:srgbClr val="24184E"/>
                </a:solidFill>
                <a:latin typeface="Montserrat" pitchFamily="34" charset="0"/>
                <a:ea typeface="Montserrat" pitchFamily="34" charset="-122"/>
                <a:cs typeface="Montserrat" pitchFamily="34" charset="-120"/>
              </a:rPr>
              <a:t>POST /auth/register</a:t>
            </a:r>
            <a:endParaRPr lang="en-US" sz="1467" dirty="0"/>
          </a:p>
          <a:p>
            <a:pPr>
              <a:spcAft>
                <a:spcPts val="400"/>
              </a:spcAft>
            </a:pPr>
            <a:r>
              <a:rPr lang="en-US" sz="1467" dirty="0">
                <a:solidFill>
                  <a:srgbClr val="24184E"/>
                </a:solidFill>
                <a:latin typeface="Montserrat" pitchFamily="34" charset="0"/>
                <a:ea typeface="Montserrat" pitchFamily="34" charset="-122"/>
                <a:cs typeface="Montserrat" pitchFamily="34" charset="-120"/>
              </a:rPr>
              <a:t>POST /auth/login</a:t>
            </a:r>
            <a:endParaRPr lang="en-US" sz="1467" dirty="0"/>
          </a:p>
          <a:p>
            <a:r>
              <a:rPr lang="en-US" sz="1467" b="1" dirty="0">
                <a:solidFill>
                  <a:srgbClr val="24184E"/>
                </a:solidFill>
                <a:latin typeface="Montserrat" pitchFamily="34" charset="0"/>
                <a:ea typeface="Montserrat" pitchFamily="34" charset="-122"/>
                <a:cs typeface="Montserrat" pitchFamily="34" charset="-120"/>
              </a:rPr>
              <a:t>POST /sync </a:t>
            </a:r>
            <a:r>
              <a:rPr lang="en-US" sz="1333" i="1" dirty="0">
                <a:solidFill>
                  <a:srgbClr val="E85362"/>
                </a:solidFill>
                <a:latin typeface="Montserrat" pitchFamily="34" charset="0"/>
                <a:ea typeface="Montserrat" pitchFamily="34" charset="-122"/>
                <a:cs typeface="Montserrat" pitchFamily="34" charset="-120"/>
              </a:rPr>
              <a:t>[Bearer JWT]</a:t>
            </a:r>
            <a:endParaRPr lang="en-US" sz="1467" dirty="0"/>
          </a:p>
          <a:p>
            <a:r>
              <a:rPr lang="en-US" sz="1333" i="1" dirty="0">
                <a:solidFill>
                  <a:srgbClr val="6B6280"/>
                </a:solidFill>
                <a:latin typeface="Montserrat" pitchFamily="34" charset="0"/>
                <a:ea typeface="Montserrat" pitchFamily="34" charset="-122"/>
                <a:cs typeface="Montserrat" pitchFamily="34" charset="-120"/>
              </a:rPr>
              <a:t>BCrypt · JWT HS256 · 30 дней</a:t>
            </a:r>
            <a:endParaRPr lang="en-US" sz="1467" dirty="0"/>
          </a:p>
        </p:txBody>
      </p:sp>
      <p:sp>
        <p:nvSpPr>
          <p:cNvPr id="23" name="Shape 21"/>
          <p:cNvSpPr/>
          <p:nvPr/>
        </p:nvSpPr>
        <p:spPr>
          <a:xfrm>
            <a:off x="9326880" y="4267200"/>
            <a:ext cx="0" cy="548640"/>
          </a:xfrm>
          <a:prstGeom prst="line">
            <a:avLst/>
          </a:prstGeom>
          <a:noFill/>
          <a:ln w="31750">
            <a:solidFill>
              <a:srgbClr val="E85362"/>
            </a:solidFill>
            <a:prstDash val="solid"/>
            <a:headEnd type="triangle"/>
            <a:tailEnd type="triangle"/>
          </a:ln>
        </p:spPr>
        <p:txBody>
          <a:bodyPr/>
          <a:lstStyle/>
          <a:p>
            <a:endParaRPr lang="ru-RU" sz="2400"/>
          </a:p>
        </p:txBody>
      </p:sp>
      <p:sp>
        <p:nvSpPr>
          <p:cNvPr id="24" name="Shape 22"/>
          <p:cNvSpPr/>
          <p:nvPr/>
        </p:nvSpPr>
        <p:spPr>
          <a:xfrm>
            <a:off x="7315200" y="4876800"/>
            <a:ext cx="4023360" cy="1219200"/>
          </a:xfrm>
          <a:prstGeom prst="ellipse">
            <a:avLst/>
          </a:prstGeom>
          <a:solidFill>
            <a:srgbClr val="E8E0F7"/>
          </a:solidFill>
          <a:ln w="19050">
            <a:solidFill>
              <a:srgbClr val="372579"/>
            </a:solidFill>
            <a:prstDash val="solid"/>
          </a:ln>
        </p:spPr>
        <p:txBody>
          <a:bodyPr/>
          <a:lstStyle/>
          <a:p>
            <a:endParaRPr lang="ru-RU" sz="2400"/>
          </a:p>
        </p:txBody>
      </p:sp>
      <p:sp>
        <p:nvSpPr>
          <p:cNvPr id="25" name="Text 23"/>
          <p:cNvSpPr/>
          <p:nvPr/>
        </p:nvSpPr>
        <p:spPr>
          <a:xfrm>
            <a:off x="7315200" y="4876800"/>
            <a:ext cx="4023360" cy="1219200"/>
          </a:xfrm>
          <a:prstGeom prst="rect">
            <a:avLst/>
          </a:prstGeom>
          <a:noFill/>
          <a:ln/>
        </p:spPr>
        <p:txBody>
          <a:bodyPr wrap="square" lIns="0" tIns="0" rIns="0" bIns="0" rtlCol="0" anchor="ctr"/>
          <a:lstStyle/>
          <a:p>
            <a:pPr algn="ctr"/>
            <a:r>
              <a:rPr lang="en-US" sz="1600" b="1" dirty="0">
                <a:solidFill>
                  <a:srgbClr val="372579"/>
                </a:solidFill>
                <a:latin typeface="Montserrat" pitchFamily="34" charset="0"/>
                <a:ea typeface="Montserrat" pitchFamily="34" charset="-122"/>
                <a:cs typeface="Montserrat" pitchFamily="34" charset="-120"/>
              </a:rPr>
              <a:t>PostgreSQL / Neon</a:t>
            </a:r>
            <a:endParaRPr lang="en-US" sz="1600" dirty="0"/>
          </a:p>
          <a:p>
            <a:pPr algn="ctr"/>
            <a:r>
              <a:rPr lang="en-US" sz="1333" i="1" dirty="0">
                <a:solidFill>
                  <a:srgbClr val="24184E"/>
                </a:solidFill>
                <a:latin typeface="Montserrat" pitchFamily="34" charset="0"/>
                <a:ea typeface="Montserrat" pitchFamily="34" charset="-122"/>
                <a:cs typeface="Montserrat" pitchFamily="34" charset="-120"/>
              </a:rPr>
              <a:t>serverless, 512 МБ</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28242E1A-FE70-2B5B-3649-35DEFBAEAA76}"/>
              </a:ext>
            </a:extLst>
          </p:cNvPr>
          <p:cNvPicPr>
            <a:picLocks noChangeAspect="1"/>
          </p:cNvPicPr>
          <p:nvPr/>
        </p:nvPicPr>
        <p:blipFill>
          <a:blip r:embed="rId2"/>
          <a:stretch>
            <a:fillRect/>
          </a:stretch>
        </p:blipFill>
        <p:spPr>
          <a:xfrm>
            <a:off x="1219813" y="479552"/>
            <a:ext cx="9574172" cy="5665541"/>
          </a:xfrm>
          <a:prstGeom prst="rect">
            <a:avLst/>
          </a:prstGeom>
        </p:spPr>
      </p:pic>
    </p:spTree>
    <p:extLst>
      <p:ext uri="{BB962C8B-B14F-4D97-AF65-F5344CB8AC3E}">
        <p14:creationId xmlns:p14="http://schemas.microsoft.com/office/powerpoint/2010/main" val="3193409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Стек технологий</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6 / 12</a:t>
            </a:r>
            <a:endParaRPr lang="en-US" sz="1333" dirty="0"/>
          </a:p>
        </p:txBody>
      </p:sp>
      <p:sp>
        <p:nvSpPr>
          <p:cNvPr id="8" name="Shape 6"/>
          <p:cNvSpPr/>
          <p:nvPr/>
        </p:nvSpPr>
        <p:spPr>
          <a:xfrm>
            <a:off x="670560" y="1645920"/>
            <a:ext cx="2621280" cy="4450080"/>
          </a:xfrm>
          <a:prstGeom prst="rect">
            <a:avLst/>
          </a:prstGeom>
          <a:solidFill>
            <a:srgbClr val="FFFFFF"/>
          </a:solidFill>
          <a:ln w="19050">
            <a:solidFill>
              <a:srgbClr val="372579"/>
            </a:solidFill>
            <a:prstDash val="solid"/>
          </a:ln>
        </p:spPr>
        <p:txBody>
          <a:bodyPr/>
          <a:lstStyle/>
          <a:p>
            <a:endParaRPr lang="ru-RU" sz="2400"/>
          </a:p>
        </p:txBody>
      </p:sp>
      <p:sp>
        <p:nvSpPr>
          <p:cNvPr id="9" name="Shape 7"/>
          <p:cNvSpPr/>
          <p:nvPr/>
        </p:nvSpPr>
        <p:spPr>
          <a:xfrm>
            <a:off x="670560" y="1645920"/>
            <a:ext cx="2621280" cy="731520"/>
          </a:xfrm>
          <a:prstGeom prst="rect">
            <a:avLst/>
          </a:prstGeom>
          <a:solidFill>
            <a:srgbClr val="372579"/>
          </a:solidFill>
          <a:ln w="12700">
            <a:solidFill>
              <a:srgbClr val="372579"/>
            </a:solidFill>
            <a:prstDash val="solid"/>
          </a:ln>
        </p:spPr>
        <p:txBody>
          <a:bodyPr/>
          <a:lstStyle/>
          <a:p>
            <a:endParaRPr lang="ru-RU" sz="2400"/>
          </a:p>
        </p:txBody>
      </p:sp>
      <p:sp>
        <p:nvSpPr>
          <p:cNvPr id="10" name="Text 8"/>
          <p:cNvSpPr/>
          <p:nvPr/>
        </p:nvSpPr>
        <p:spPr>
          <a:xfrm>
            <a:off x="67056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КЛИЕНТ</a:t>
            </a:r>
            <a:endParaRPr lang="en-US" sz="1600" dirty="0"/>
          </a:p>
        </p:txBody>
      </p:sp>
      <p:sp>
        <p:nvSpPr>
          <p:cNvPr id="11" name="Text 9"/>
          <p:cNvSpPr/>
          <p:nvPr/>
        </p:nvSpPr>
        <p:spPr>
          <a:xfrm>
            <a:off x="85344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.NET MAUI 9</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C# / XAML</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CommunityToolkit.Mvvm</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SQLite (sqlite-net-pcl)</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LiveChartsCore</a:t>
            </a:r>
            <a:endParaRPr lang="en-US" sz="1467" dirty="0"/>
          </a:p>
        </p:txBody>
      </p:sp>
      <p:sp>
        <p:nvSpPr>
          <p:cNvPr id="12" name="Shape 10"/>
          <p:cNvSpPr/>
          <p:nvPr/>
        </p:nvSpPr>
        <p:spPr>
          <a:xfrm>
            <a:off x="3474720" y="1645920"/>
            <a:ext cx="2621280" cy="4450080"/>
          </a:xfrm>
          <a:prstGeom prst="rect">
            <a:avLst/>
          </a:prstGeom>
          <a:solidFill>
            <a:srgbClr val="FFFFFF"/>
          </a:solidFill>
          <a:ln w="19050">
            <a:solidFill>
              <a:srgbClr val="47309C"/>
            </a:solidFill>
            <a:prstDash val="solid"/>
          </a:ln>
        </p:spPr>
        <p:txBody>
          <a:bodyPr/>
          <a:lstStyle/>
          <a:p>
            <a:endParaRPr lang="ru-RU" sz="2400"/>
          </a:p>
        </p:txBody>
      </p:sp>
      <p:sp>
        <p:nvSpPr>
          <p:cNvPr id="13" name="Shape 11"/>
          <p:cNvSpPr/>
          <p:nvPr/>
        </p:nvSpPr>
        <p:spPr>
          <a:xfrm>
            <a:off x="3474720" y="1645920"/>
            <a:ext cx="2621280" cy="731520"/>
          </a:xfrm>
          <a:prstGeom prst="rect">
            <a:avLst/>
          </a:prstGeom>
          <a:solidFill>
            <a:srgbClr val="47309C"/>
          </a:solidFill>
          <a:ln w="12700">
            <a:solidFill>
              <a:srgbClr val="47309C"/>
            </a:solidFill>
            <a:prstDash val="solid"/>
          </a:ln>
        </p:spPr>
        <p:txBody>
          <a:bodyPr/>
          <a:lstStyle/>
          <a:p>
            <a:endParaRPr lang="ru-RU" sz="2400"/>
          </a:p>
        </p:txBody>
      </p:sp>
      <p:sp>
        <p:nvSpPr>
          <p:cNvPr id="14" name="Text 12"/>
          <p:cNvSpPr/>
          <p:nvPr/>
        </p:nvSpPr>
        <p:spPr>
          <a:xfrm>
            <a:off x="347472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СЕРВЕР</a:t>
            </a:r>
            <a:endParaRPr lang="en-US" sz="1600" dirty="0"/>
          </a:p>
        </p:txBody>
      </p:sp>
      <p:sp>
        <p:nvSpPr>
          <p:cNvPr id="15" name="Text 13"/>
          <p:cNvSpPr/>
          <p:nvPr/>
        </p:nvSpPr>
        <p:spPr>
          <a:xfrm>
            <a:off x="365760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ASP.NET Core 9</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Npgsql (без EF)</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JWT HS256 + BCrypt</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Docker (multi-stage)</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Render.com Free</a:t>
            </a:r>
            <a:endParaRPr lang="en-US" sz="1467" dirty="0"/>
          </a:p>
        </p:txBody>
      </p:sp>
      <p:sp>
        <p:nvSpPr>
          <p:cNvPr id="16" name="Shape 14"/>
          <p:cNvSpPr/>
          <p:nvPr/>
        </p:nvSpPr>
        <p:spPr>
          <a:xfrm>
            <a:off x="6278880" y="1645920"/>
            <a:ext cx="2621280" cy="4450080"/>
          </a:xfrm>
          <a:prstGeom prst="rect">
            <a:avLst/>
          </a:prstGeom>
          <a:solidFill>
            <a:srgbClr val="FFFFFF"/>
          </a:solidFill>
          <a:ln w="19050">
            <a:solidFill>
              <a:srgbClr val="E85362"/>
            </a:solidFill>
            <a:prstDash val="solid"/>
          </a:ln>
        </p:spPr>
        <p:txBody>
          <a:bodyPr/>
          <a:lstStyle/>
          <a:p>
            <a:endParaRPr lang="ru-RU" sz="2400"/>
          </a:p>
        </p:txBody>
      </p:sp>
      <p:sp>
        <p:nvSpPr>
          <p:cNvPr id="17" name="Shape 15"/>
          <p:cNvSpPr/>
          <p:nvPr/>
        </p:nvSpPr>
        <p:spPr>
          <a:xfrm>
            <a:off x="6278880" y="1645920"/>
            <a:ext cx="2621280" cy="731520"/>
          </a:xfrm>
          <a:prstGeom prst="rect">
            <a:avLst/>
          </a:prstGeom>
          <a:solidFill>
            <a:srgbClr val="E85362"/>
          </a:solidFill>
          <a:ln w="12700">
            <a:solidFill>
              <a:srgbClr val="E85362"/>
            </a:solidFill>
            <a:prstDash val="solid"/>
          </a:ln>
        </p:spPr>
        <p:txBody>
          <a:bodyPr/>
          <a:lstStyle/>
          <a:p>
            <a:endParaRPr lang="ru-RU" sz="2400"/>
          </a:p>
        </p:txBody>
      </p:sp>
      <p:sp>
        <p:nvSpPr>
          <p:cNvPr id="18" name="Text 16"/>
          <p:cNvSpPr/>
          <p:nvPr/>
        </p:nvSpPr>
        <p:spPr>
          <a:xfrm>
            <a:off x="627888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БАЗА ДАННЫХ</a:t>
            </a:r>
            <a:endParaRPr lang="en-US" sz="1600" dirty="0"/>
          </a:p>
        </p:txBody>
      </p:sp>
      <p:sp>
        <p:nvSpPr>
          <p:cNvPr id="19" name="Text 17"/>
          <p:cNvSpPr/>
          <p:nvPr/>
        </p:nvSpPr>
        <p:spPr>
          <a:xfrm>
            <a:off x="646176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Локально: SQLite</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Облако: PostgreSQL</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Хостинг: Neon</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Serverless, 512 МБ</a:t>
            </a:r>
            <a:endParaRPr lang="en-US" sz="1467" dirty="0"/>
          </a:p>
        </p:txBody>
      </p:sp>
      <p:sp>
        <p:nvSpPr>
          <p:cNvPr id="20" name="Shape 18"/>
          <p:cNvSpPr/>
          <p:nvPr/>
        </p:nvSpPr>
        <p:spPr>
          <a:xfrm>
            <a:off x="9083040" y="1645920"/>
            <a:ext cx="2621280" cy="4450080"/>
          </a:xfrm>
          <a:prstGeom prst="rect">
            <a:avLst/>
          </a:prstGeom>
          <a:solidFill>
            <a:srgbClr val="FFFFFF"/>
          </a:solidFill>
          <a:ln w="19050">
            <a:solidFill>
              <a:srgbClr val="FA815F"/>
            </a:solidFill>
            <a:prstDash val="solid"/>
          </a:ln>
        </p:spPr>
        <p:txBody>
          <a:bodyPr/>
          <a:lstStyle/>
          <a:p>
            <a:endParaRPr lang="ru-RU" sz="2400"/>
          </a:p>
        </p:txBody>
      </p:sp>
      <p:sp>
        <p:nvSpPr>
          <p:cNvPr id="21" name="Shape 19"/>
          <p:cNvSpPr/>
          <p:nvPr/>
        </p:nvSpPr>
        <p:spPr>
          <a:xfrm>
            <a:off x="9083040" y="1645920"/>
            <a:ext cx="2621280" cy="731520"/>
          </a:xfrm>
          <a:prstGeom prst="rect">
            <a:avLst/>
          </a:prstGeom>
          <a:solidFill>
            <a:srgbClr val="FA815F"/>
          </a:solidFill>
          <a:ln w="12700">
            <a:solidFill>
              <a:srgbClr val="FA815F"/>
            </a:solidFill>
            <a:prstDash val="solid"/>
          </a:ln>
        </p:spPr>
        <p:txBody>
          <a:bodyPr/>
          <a:lstStyle/>
          <a:p>
            <a:endParaRPr lang="ru-RU" sz="2400"/>
          </a:p>
        </p:txBody>
      </p:sp>
      <p:sp>
        <p:nvSpPr>
          <p:cNvPr id="22" name="Text 20"/>
          <p:cNvSpPr/>
          <p:nvPr/>
        </p:nvSpPr>
        <p:spPr>
          <a:xfrm>
            <a:off x="908304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ML-ИНФРАСТРУКТУРА</a:t>
            </a:r>
            <a:endParaRPr lang="en-US" sz="1600" dirty="0"/>
          </a:p>
        </p:txBody>
      </p:sp>
      <p:sp>
        <p:nvSpPr>
          <p:cNvPr id="23" name="Text 21"/>
          <p:cNvSpPr/>
          <p:nvPr/>
        </p:nvSpPr>
        <p:spPr>
          <a:xfrm>
            <a:off x="926592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Python 3.11</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LightGBM</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ONNX cross-platform</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OnnxRuntime 1.20.1</a:t>
            </a:r>
            <a:endParaRPr lang="en-US" sz="146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датасет и признаки</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7 / 12</a:t>
            </a:r>
            <a:endParaRPr lang="en-US" sz="1333" dirty="0"/>
          </a:p>
        </p:txBody>
      </p:sp>
      <p:sp>
        <p:nvSpPr>
          <p:cNvPr id="8" name="Text 6"/>
          <p:cNvSpPr/>
          <p:nvPr/>
        </p:nvSpPr>
        <p:spPr>
          <a:xfrm>
            <a:off x="67056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ДАННЫЕ ОБУЧЕНИЯ</a:t>
            </a:r>
            <a:endParaRPr lang="en-US" sz="1733" dirty="0"/>
          </a:p>
        </p:txBody>
      </p:sp>
      <p:sp>
        <p:nvSpPr>
          <p:cNvPr id="9" name="Shape 7"/>
          <p:cNvSpPr/>
          <p:nvPr/>
        </p:nvSpPr>
        <p:spPr>
          <a:xfrm>
            <a:off x="670560" y="2133600"/>
            <a:ext cx="5364480" cy="1158240"/>
          </a:xfrm>
          <a:prstGeom prst="rect">
            <a:avLst/>
          </a:prstGeom>
          <a:solidFill>
            <a:srgbClr val="FFFFFF"/>
          </a:solidFill>
          <a:ln w="12700">
            <a:solidFill>
              <a:srgbClr val="372579"/>
            </a:solidFill>
            <a:prstDash val="solid"/>
          </a:ln>
        </p:spPr>
        <p:txBody>
          <a:bodyPr/>
          <a:lstStyle/>
          <a:p>
            <a:endParaRPr lang="ru-RU" sz="2400"/>
          </a:p>
        </p:txBody>
      </p:sp>
      <p:sp>
        <p:nvSpPr>
          <p:cNvPr id="10" name="Shape 8"/>
          <p:cNvSpPr/>
          <p:nvPr/>
        </p:nvSpPr>
        <p:spPr>
          <a:xfrm>
            <a:off x="670560" y="2133600"/>
            <a:ext cx="146304" cy="1158240"/>
          </a:xfrm>
          <a:prstGeom prst="rect">
            <a:avLst/>
          </a:prstGeom>
          <a:solidFill>
            <a:srgbClr val="372579"/>
          </a:solidFill>
          <a:ln w="12700">
            <a:solidFill>
              <a:srgbClr val="372579"/>
            </a:solidFill>
            <a:prstDash val="solid"/>
          </a:ln>
        </p:spPr>
        <p:txBody>
          <a:bodyPr/>
          <a:lstStyle/>
          <a:p>
            <a:endParaRPr lang="ru-RU" sz="2400"/>
          </a:p>
        </p:txBody>
      </p:sp>
      <p:sp>
        <p:nvSpPr>
          <p:cNvPr id="11" name="Text 9"/>
          <p:cNvSpPr/>
          <p:nvPr/>
        </p:nvSpPr>
        <p:spPr>
          <a:xfrm>
            <a:off x="914400" y="2194560"/>
            <a:ext cx="2377440" cy="1036320"/>
          </a:xfrm>
          <a:prstGeom prst="rect">
            <a:avLst/>
          </a:prstGeom>
          <a:noFill/>
          <a:ln/>
        </p:spPr>
        <p:txBody>
          <a:bodyPr wrap="square" lIns="0" tIns="0" rIns="0" bIns="0" rtlCol="0" anchor="ctr"/>
          <a:lstStyle/>
          <a:p>
            <a:r>
              <a:rPr lang="en-US" sz="3467" b="1" dirty="0">
                <a:solidFill>
                  <a:srgbClr val="372579"/>
                </a:solidFill>
                <a:latin typeface="Montserrat SemiBold" pitchFamily="34" charset="0"/>
                <a:ea typeface="Montserrat SemiBold" pitchFamily="34" charset="-122"/>
                <a:cs typeface="Montserrat SemiBold" pitchFamily="34" charset="-120"/>
              </a:rPr>
              <a:t>763 322</a:t>
            </a:r>
            <a:endParaRPr lang="en-US" sz="3467" dirty="0"/>
          </a:p>
        </p:txBody>
      </p:sp>
      <p:sp>
        <p:nvSpPr>
          <p:cNvPr id="12" name="Text 10"/>
          <p:cNvSpPr/>
          <p:nvPr/>
        </p:nvSpPr>
        <p:spPr>
          <a:xfrm>
            <a:off x="3352800" y="219456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тренировочных подходов</a:t>
            </a:r>
            <a:endParaRPr lang="en-US" sz="1467" dirty="0"/>
          </a:p>
        </p:txBody>
      </p:sp>
      <p:sp>
        <p:nvSpPr>
          <p:cNvPr id="13" name="Shape 11"/>
          <p:cNvSpPr/>
          <p:nvPr/>
        </p:nvSpPr>
        <p:spPr>
          <a:xfrm>
            <a:off x="670560" y="3474720"/>
            <a:ext cx="5364480" cy="1158240"/>
          </a:xfrm>
          <a:prstGeom prst="rect">
            <a:avLst/>
          </a:prstGeom>
          <a:solidFill>
            <a:srgbClr val="FFFFFF"/>
          </a:solidFill>
          <a:ln w="12700">
            <a:solidFill>
              <a:srgbClr val="E85362"/>
            </a:solidFill>
            <a:prstDash val="solid"/>
          </a:ln>
        </p:spPr>
        <p:txBody>
          <a:bodyPr/>
          <a:lstStyle/>
          <a:p>
            <a:endParaRPr lang="ru-RU" sz="2400"/>
          </a:p>
        </p:txBody>
      </p:sp>
      <p:sp>
        <p:nvSpPr>
          <p:cNvPr id="14" name="Shape 12"/>
          <p:cNvSpPr/>
          <p:nvPr/>
        </p:nvSpPr>
        <p:spPr>
          <a:xfrm>
            <a:off x="670560" y="3474720"/>
            <a:ext cx="146304" cy="1158240"/>
          </a:xfrm>
          <a:prstGeom prst="rect">
            <a:avLst/>
          </a:prstGeom>
          <a:solidFill>
            <a:srgbClr val="E85362"/>
          </a:solidFill>
          <a:ln w="12700">
            <a:solidFill>
              <a:srgbClr val="E85362"/>
            </a:solidFill>
            <a:prstDash val="solid"/>
          </a:ln>
        </p:spPr>
        <p:txBody>
          <a:bodyPr/>
          <a:lstStyle/>
          <a:p>
            <a:endParaRPr lang="ru-RU" sz="2400"/>
          </a:p>
        </p:txBody>
      </p:sp>
      <p:sp>
        <p:nvSpPr>
          <p:cNvPr id="15" name="Text 13"/>
          <p:cNvSpPr/>
          <p:nvPr/>
        </p:nvSpPr>
        <p:spPr>
          <a:xfrm>
            <a:off x="914400" y="3535680"/>
            <a:ext cx="2377440" cy="1036320"/>
          </a:xfrm>
          <a:prstGeom prst="rect">
            <a:avLst/>
          </a:prstGeom>
          <a:noFill/>
          <a:ln/>
        </p:spPr>
        <p:txBody>
          <a:bodyPr wrap="square" lIns="0" tIns="0" rIns="0" bIns="0" rtlCol="0" anchor="ctr"/>
          <a:lstStyle/>
          <a:p>
            <a:r>
              <a:rPr lang="en-US" sz="3467" b="1" dirty="0">
                <a:solidFill>
                  <a:srgbClr val="E85362"/>
                </a:solidFill>
                <a:latin typeface="Montserrat SemiBold" pitchFamily="34" charset="0"/>
                <a:ea typeface="Montserrat SemiBold" pitchFamily="34" charset="-122"/>
                <a:cs typeface="Montserrat SemiBold" pitchFamily="34" charset="-120"/>
              </a:rPr>
              <a:t>500</a:t>
            </a:r>
            <a:endParaRPr lang="en-US" sz="3467" dirty="0"/>
          </a:p>
        </p:txBody>
      </p:sp>
      <p:sp>
        <p:nvSpPr>
          <p:cNvPr id="16" name="Text 14"/>
          <p:cNvSpPr/>
          <p:nvPr/>
        </p:nvSpPr>
        <p:spPr>
          <a:xfrm>
            <a:off x="3352800" y="353568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спортсменов</a:t>
            </a:r>
            <a:endParaRPr lang="en-US" sz="1467" dirty="0"/>
          </a:p>
        </p:txBody>
      </p:sp>
      <p:sp>
        <p:nvSpPr>
          <p:cNvPr id="17" name="Shape 15"/>
          <p:cNvSpPr/>
          <p:nvPr/>
        </p:nvSpPr>
        <p:spPr>
          <a:xfrm>
            <a:off x="670560" y="4815840"/>
            <a:ext cx="5364480" cy="1158240"/>
          </a:xfrm>
          <a:prstGeom prst="rect">
            <a:avLst/>
          </a:prstGeom>
          <a:solidFill>
            <a:srgbClr val="FFFFFF"/>
          </a:solidFill>
          <a:ln w="12700">
            <a:solidFill>
              <a:srgbClr val="FA815F"/>
            </a:solidFill>
            <a:prstDash val="solid"/>
          </a:ln>
        </p:spPr>
        <p:txBody>
          <a:bodyPr/>
          <a:lstStyle/>
          <a:p>
            <a:endParaRPr lang="ru-RU" sz="2400"/>
          </a:p>
        </p:txBody>
      </p:sp>
      <p:sp>
        <p:nvSpPr>
          <p:cNvPr id="18" name="Shape 16"/>
          <p:cNvSpPr/>
          <p:nvPr/>
        </p:nvSpPr>
        <p:spPr>
          <a:xfrm>
            <a:off x="670560" y="4815840"/>
            <a:ext cx="146304" cy="1158240"/>
          </a:xfrm>
          <a:prstGeom prst="rect">
            <a:avLst/>
          </a:prstGeom>
          <a:solidFill>
            <a:srgbClr val="FA815F"/>
          </a:solidFill>
          <a:ln w="12700">
            <a:solidFill>
              <a:srgbClr val="FA815F"/>
            </a:solidFill>
            <a:prstDash val="solid"/>
          </a:ln>
        </p:spPr>
        <p:txBody>
          <a:bodyPr/>
          <a:lstStyle/>
          <a:p>
            <a:endParaRPr lang="ru-RU" sz="2400"/>
          </a:p>
        </p:txBody>
      </p:sp>
      <p:sp>
        <p:nvSpPr>
          <p:cNvPr id="19" name="Text 17"/>
          <p:cNvSpPr/>
          <p:nvPr/>
        </p:nvSpPr>
        <p:spPr>
          <a:xfrm>
            <a:off x="914400" y="4876800"/>
            <a:ext cx="2377440" cy="1036320"/>
          </a:xfrm>
          <a:prstGeom prst="rect">
            <a:avLst/>
          </a:prstGeom>
          <a:noFill/>
          <a:ln/>
        </p:spPr>
        <p:txBody>
          <a:bodyPr wrap="square" lIns="0" tIns="0" rIns="0" bIns="0" rtlCol="0" anchor="ctr"/>
          <a:lstStyle/>
          <a:p>
            <a:r>
              <a:rPr lang="en-US" sz="3467" b="1" dirty="0">
                <a:solidFill>
                  <a:srgbClr val="FA815F"/>
                </a:solidFill>
                <a:latin typeface="Montserrat SemiBold" pitchFamily="34" charset="0"/>
                <a:ea typeface="Montserrat SemiBold" pitchFamily="34" charset="-122"/>
                <a:cs typeface="Montserrat SemiBold" pitchFamily="34" charset="-120"/>
              </a:rPr>
              <a:t>118 350</a:t>
            </a:r>
            <a:endParaRPr lang="en-US" sz="3467" dirty="0"/>
          </a:p>
        </p:txBody>
      </p:sp>
      <p:sp>
        <p:nvSpPr>
          <p:cNvPr id="20" name="Text 18"/>
          <p:cNvSpPr/>
          <p:nvPr/>
        </p:nvSpPr>
        <p:spPr>
          <a:xfrm>
            <a:off x="3352800" y="487680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обучающих пар (X → y)</a:t>
            </a:r>
            <a:endParaRPr lang="en-US" sz="1467" dirty="0"/>
          </a:p>
        </p:txBody>
      </p:sp>
      <p:sp>
        <p:nvSpPr>
          <p:cNvPr id="21" name="Text 19"/>
          <p:cNvSpPr/>
          <p:nvPr/>
        </p:nvSpPr>
        <p:spPr>
          <a:xfrm>
            <a:off x="633984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29 ПРИЗНАКОВ · 4 ГРУППЫ</a:t>
            </a:r>
            <a:endParaRPr lang="en-US" sz="1733" dirty="0"/>
          </a:p>
        </p:txBody>
      </p:sp>
      <p:sp>
        <p:nvSpPr>
          <p:cNvPr id="22" name="Shape 20"/>
          <p:cNvSpPr/>
          <p:nvPr/>
        </p:nvSpPr>
        <p:spPr>
          <a:xfrm>
            <a:off x="6339840" y="213360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3" name="Shape 21"/>
          <p:cNvSpPr/>
          <p:nvPr/>
        </p:nvSpPr>
        <p:spPr>
          <a:xfrm>
            <a:off x="6461760" y="225552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4" name="Text 22"/>
          <p:cNvSpPr/>
          <p:nvPr/>
        </p:nvSpPr>
        <p:spPr>
          <a:xfrm>
            <a:off x="6461760" y="225552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13</a:t>
            </a:r>
            <a:endParaRPr lang="en-US" sz="1867" dirty="0"/>
          </a:p>
        </p:txBody>
      </p:sp>
      <p:sp>
        <p:nvSpPr>
          <p:cNvPr id="25" name="Text 23"/>
          <p:cNvSpPr/>
          <p:nvPr/>
        </p:nvSpPr>
        <p:spPr>
          <a:xfrm>
            <a:off x="7254240" y="219456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История</a:t>
            </a:r>
            <a:endParaRPr lang="en-US" sz="1600" dirty="0"/>
          </a:p>
          <a:p>
            <a:r>
              <a:rPr lang="en-US" sz="1333" dirty="0">
                <a:solidFill>
                  <a:srgbClr val="24184E"/>
                </a:solidFill>
                <a:latin typeface="Montserrat" pitchFamily="34" charset="0"/>
                <a:ea typeface="Montserrat" pitchFamily="34" charset="-122"/>
                <a:cs typeface="Montserrat" pitchFamily="34" charset="-120"/>
              </a:rPr>
              <a:t>лаги 1ПМ, средние, тренд</a:t>
            </a:r>
            <a:endParaRPr lang="en-US" sz="1600" dirty="0"/>
          </a:p>
        </p:txBody>
      </p:sp>
      <p:sp>
        <p:nvSpPr>
          <p:cNvPr id="26" name="Shape 24"/>
          <p:cNvSpPr/>
          <p:nvPr/>
        </p:nvSpPr>
        <p:spPr>
          <a:xfrm>
            <a:off x="6339840" y="310896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7" name="Shape 25"/>
          <p:cNvSpPr/>
          <p:nvPr/>
        </p:nvSpPr>
        <p:spPr>
          <a:xfrm>
            <a:off x="6461760" y="323088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8" name="Text 26"/>
          <p:cNvSpPr/>
          <p:nvPr/>
        </p:nvSpPr>
        <p:spPr>
          <a:xfrm>
            <a:off x="6461760" y="323088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7</a:t>
            </a:r>
            <a:endParaRPr lang="en-US" sz="1867" dirty="0"/>
          </a:p>
        </p:txBody>
      </p:sp>
      <p:sp>
        <p:nvSpPr>
          <p:cNvPr id="29" name="Text 27"/>
          <p:cNvSpPr/>
          <p:nvPr/>
        </p:nvSpPr>
        <p:spPr>
          <a:xfrm>
            <a:off x="7254240" y="316992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Текущая тренировка</a:t>
            </a:r>
            <a:endParaRPr lang="en-US" sz="1600" dirty="0"/>
          </a:p>
          <a:p>
            <a:r>
              <a:rPr lang="en-US" sz="1333" dirty="0">
                <a:solidFill>
                  <a:srgbClr val="24184E"/>
                </a:solidFill>
                <a:latin typeface="Montserrat" pitchFamily="34" charset="0"/>
                <a:ea typeface="Montserrat" pitchFamily="34" charset="-122"/>
                <a:cs typeface="Montserrat" pitchFamily="34" charset="-120"/>
              </a:rPr>
              <a:t>топ-вес, повторы, RPE</a:t>
            </a:r>
            <a:endParaRPr lang="en-US" sz="1600" dirty="0"/>
          </a:p>
        </p:txBody>
      </p:sp>
      <p:sp>
        <p:nvSpPr>
          <p:cNvPr id="30" name="Shape 28"/>
          <p:cNvSpPr/>
          <p:nvPr/>
        </p:nvSpPr>
        <p:spPr>
          <a:xfrm>
            <a:off x="6339840" y="408432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1" name="Shape 29"/>
          <p:cNvSpPr/>
          <p:nvPr/>
        </p:nvSpPr>
        <p:spPr>
          <a:xfrm>
            <a:off x="6461760" y="420624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2" name="Text 30"/>
          <p:cNvSpPr/>
          <p:nvPr/>
        </p:nvSpPr>
        <p:spPr>
          <a:xfrm>
            <a:off x="6461760" y="420624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5</a:t>
            </a:r>
            <a:endParaRPr lang="en-US" sz="1867" dirty="0"/>
          </a:p>
        </p:txBody>
      </p:sp>
      <p:sp>
        <p:nvSpPr>
          <p:cNvPr id="33" name="Text 31"/>
          <p:cNvSpPr/>
          <p:nvPr/>
        </p:nvSpPr>
        <p:spPr>
          <a:xfrm>
            <a:off x="7254240" y="414528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Профиль</a:t>
            </a:r>
            <a:endParaRPr lang="en-US" sz="1600" dirty="0"/>
          </a:p>
          <a:p>
            <a:r>
              <a:rPr lang="en-US" sz="1333" dirty="0">
                <a:solidFill>
                  <a:srgbClr val="24184E"/>
                </a:solidFill>
                <a:latin typeface="Montserrat" pitchFamily="34" charset="0"/>
                <a:ea typeface="Montserrat" pitchFamily="34" charset="-122"/>
                <a:cs typeface="Montserrat" pitchFamily="34" charset="-120"/>
              </a:rPr>
              <a:t>вес, возраст, пол, стаж</a:t>
            </a:r>
            <a:endParaRPr lang="en-US" sz="1600" dirty="0"/>
          </a:p>
        </p:txBody>
      </p:sp>
      <p:sp>
        <p:nvSpPr>
          <p:cNvPr id="34" name="Shape 32"/>
          <p:cNvSpPr/>
          <p:nvPr/>
        </p:nvSpPr>
        <p:spPr>
          <a:xfrm>
            <a:off x="6339840" y="505968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5" name="Shape 33"/>
          <p:cNvSpPr/>
          <p:nvPr/>
        </p:nvSpPr>
        <p:spPr>
          <a:xfrm>
            <a:off x="6461760" y="518160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6" name="Text 34"/>
          <p:cNvSpPr/>
          <p:nvPr/>
        </p:nvSpPr>
        <p:spPr>
          <a:xfrm>
            <a:off x="6461760" y="518160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4</a:t>
            </a:r>
            <a:endParaRPr lang="en-US" sz="1867" dirty="0"/>
          </a:p>
        </p:txBody>
      </p:sp>
      <p:sp>
        <p:nvSpPr>
          <p:cNvPr id="37" name="Text 35"/>
          <p:cNvSpPr/>
          <p:nvPr/>
        </p:nvSpPr>
        <p:spPr>
          <a:xfrm>
            <a:off x="7254240" y="512064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Упражнение</a:t>
            </a:r>
            <a:endParaRPr lang="en-US" sz="1600" dirty="0"/>
          </a:p>
          <a:p>
            <a:r>
              <a:rPr lang="en-US" sz="1333" dirty="0">
                <a:solidFill>
                  <a:srgbClr val="24184E"/>
                </a:solidFill>
                <a:latin typeface="Montserrat" pitchFamily="34" charset="0"/>
                <a:ea typeface="Montserrat" pitchFamily="34" charset="-122"/>
                <a:cs typeface="Montserrat" pitchFamily="34" charset="-120"/>
              </a:rPr>
              <a:t>тип, оборудование</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результаты обучения</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8 / 12</a:t>
            </a:r>
            <a:endParaRPr lang="en-US" sz="1333" dirty="0"/>
          </a:p>
        </p:txBody>
      </p:sp>
      <p:graphicFrame>
        <p:nvGraphicFramePr>
          <p:cNvPr id="8" name="Chart 0"/>
          <p:cNvGraphicFramePr/>
          <p:nvPr/>
        </p:nvGraphicFramePr>
        <p:xfrm>
          <a:off x="670560" y="1584960"/>
          <a:ext cx="6461760" cy="45110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498080" y="1706880"/>
            <a:ext cx="4267200" cy="1889760"/>
          </a:xfrm>
          <a:prstGeom prst="rect">
            <a:avLst/>
          </a:prstGeom>
          <a:solidFill>
            <a:srgbClr val="E85362"/>
          </a:solidFill>
          <a:ln w="12700">
            <a:solidFill>
              <a:srgbClr val="E85362"/>
            </a:solidFill>
            <a:prstDash val="solid"/>
          </a:ln>
        </p:spPr>
        <p:txBody>
          <a:bodyPr/>
          <a:lstStyle/>
          <a:p>
            <a:endParaRPr lang="ru-RU" sz="2400"/>
          </a:p>
        </p:txBody>
      </p:sp>
      <p:sp>
        <p:nvSpPr>
          <p:cNvPr id="10" name="Text 7"/>
          <p:cNvSpPr/>
          <p:nvPr/>
        </p:nvSpPr>
        <p:spPr>
          <a:xfrm>
            <a:off x="7498080" y="1767840"/>
            <a:ext cx="4267200" cy="1767840"/>
          </a:xfrm>
          <a:prstGeom prst="rect">
            <a:avLst/>
          </a:prstGeom>
          <a:noFill/>
          <a:ln/>
        </p:spPr>
        <p:txBody>
          <a:bodyPr wrap="square" lIns="0" tIns="0" rIns="0" bIns="0" rtlCol="0" anchor="ctr"/>
          <a:lstStyle/>
          <a:p>
            <a:pPr algn="ctr"/>
            <a:r>
              <a:rPr lang="en-US" sz="5333" b="1" dirty="0">
                <a:solidFill>
                  <a:srgbClr val="FFFFFF"/>
                </a:solidFill>
                <a:latin typeface="Montserrat SemiBold" pitchFamily="34" charset="0"/>
                <a:ea typeface="Montserrat SemiBold" pitchFamily="34" charset="-122"/>
                <a:cs typeface="Montserrat SemiBold" pitchFamily="34" charset="-120"/>
              </a:rPr>
              <a:t>−39 %</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снижение MAE</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LightGBM vs Naive</a:t>
            </a:r>
            <a:endParaRPr lang="en-US" sz="5333" dirty="0"/>
          </a:p>
        </p:txBody>
      </p:sp>
      <p:sp>
        <p:nvSpPr>
          <p:cNvPr id="11" name="Shape 8"/>
          <p:cNvSpPr/>
          <p:nvPr/>
        </p:nvSpPr>
        <p:spPr>
          <a:xfrm>
            <a:off x="7498080" y="3779520"/>
            <a:ext cx="4267200" cy="2316480"/>
          </a:xfrm>
          <a:prstGeom prst="rect">
            <a:avLst/>
          </a:prstGeom>
          <a:solidFill>
            <a:srgbClr val="E8E0F7"/>
          </a:solidFill>
          <a:ln w="12700">
            <a:solidFill>
              <a:srgbClr val="372579"/>
            </a:solidFill>
            <a:prstDash val="solid"/>
          </a:ln>
        </p:spPr>
        <p:txBody>
          <a:bodyPr/>
          <a:lstStyle/>
          <a:p>
            <a:endParaRPr lang="ru-RU" sz="2400"/>
          </a:p>
        </p:txBody>
      </p:sp>
      <p:sp>
        <p:nvSpPr>
          <p:cNvPr id="12" name="Shape 9"/>
          <p:cNvSpPr/>
          <p:nvPr/>
        </p:nvSpPr>
        <p:spPr>
          <a:xfrm>
            <a:off x="7498080" y="3779520"/>
            <a:ext cx="4267200" cy="487680"/>
          </a:xfrm>
          <a:prstGeom prst="rect">
            <a:avLst/>
          </a:prstGeom>
          <a:solidFill>
            <a:srgbClr val="372579"/>
          </a:solidFill>
          <a:ln w="12700">
            <a:solidFill>
              <a:srgbClr val="372579"/>
            </a:solidFill>
            <a:prstDash val="solid"/>
          </a:ln>
        </p:spPr>
        <p:txBody>
          <a:bodyPr/>
          <a:lstStyle/>
          <a:p>
            <a:endParaRPr lang="ru-RU" sz="2400"/>
          </a:p>
        </p:txBody>
      </p:sp>
      <p:sp>
        <p:nvSpPr>
          <p:cNvPr id="13" name="Text 10"/>
          <p:cNvSpPr/>
          <p:nvPr/>
        </p:nvSpPr>
        <p:spPr>
          <a:xfrm>
            <a:off x="7498080" y="3779520"/>
            <a:ext cx="4267200" cy="487680"/>
          </a:xfrm>
          <a:prstGeom prst="rect">
            <a:avLst/>
          </a:prstGeom>
          <a:noFill/>
          <a:ln/>
        </p:spPr>
        <p:txBody>
          <a:bodyPr wrap="square" rtlCol="0" anchor="ctr"/>
          <a:lstStyle/>
          <a:p>
            <a:pPr algn="ctr"/>
            <a:r>
              <a:rPr lang="en-US" sz="1333" b="1" spc="267" dirty="0">
                <a:solidFill>
                  <a:srgbClr val="FFFFFF"/>
                </a:solidFill>
                <a:latin typeface="Montserrat SemiBold" pitchFamily="34" charset="0"/>
                <a:ea typeface="Montserrat SemiBold" pitchFamily="34" charset="-122"/>
                <a:cs typeface="Montserrat SemiBold" pitchFamily="34" charset="-120"/>
              </a:rPr>
              <a:t>СООТВЕТСТВИЕ ПАЙПЛАЙНОВ</a:t>
            </a:r>
            <a:endParaRPr lang="en-US" sz="1333" dirty="0"/>
          </a:p>
        </p:txBody>
      </p:sp>
      <p:sp>
        <p:nvSpPr>
          <p:cNvPr id="14" name="Text 11"/>
          <p:cNvSpPr/>
          <p:nvPr/>
        </p:nvSpPr>
        <p:spPr>
          <a:xfrm>
            <a:off x="7680960" y="4328160"/>
            <a:ext cx="3901440" cy="1706880"/>
          </a:xfrm>
          <a:prstGeom prst="rect">
            <a:avLst/>
          </a:prstGeom>
          <a:noFill/>
          <a:ln/>
        </p:spPr>
        <p:txBody>
          <a:bodyPr wrap="square" rtlCol="0" anchor="t"/>
          <a:lstStyle/>
          <a:p>
            <a:pPr>
              <a:spcAft>
                <a:spcPts val="533"/>
              </a:spcAft>
            </a:pPr>
            <a:r>
              <a:rPr lang="en-US" sz="1333" dirty="0">
                <a:solidFill>
                  <a:srgbClr val="24184E"/>
                </a:solidFill>
                <a:latin typeface="Montserrat" pitchFamily="34" charset="0"/>
                <a:ea typeface="Montserrat" pitchFamily="34" charset="-122"/>
                <a:cs typeface="Montserrat" pitchFamily="34" charset="-120"/>
              </a:rPr>
              <a:t>Python (LightGBM) ↔ C# (ONNX):</a:t>
            </a:r>
            <a:endParaRPr lang="en-US" sz="1333" dirty="0"/>
          </a:p>
          <a:p>
            <a:r>
              <a:rPr lang="en-US" sz="1333" dirty="0">
                <a:solidFill>
                  <a:srgbClr val="6B6280"/>
                </a:solidFill>
                <a:latin typeface="Montserrat" pitchFamily="34" charset="0"/>
                <a:ea typeface="Montserrat" pitchFamily="34" charset="-122"/>
                <a:cs typeface="Montserrat" pitchFamily="34" charset="-120"/>
              </a:rPr>
              <a:t>медиана: </a:t>
            </a:r>
            <a:r>
              <a:rPr lang="en-US" sz="1733" b="1" dirty="0">
                <a:solidFill>
                  <a:srgbClr val="E85362"/>
                </a:solidFill>
                <a:latin typeface="Montserrat SemiBold" pitchFamily="34" charset="0"/>
                <a:ea typeface="Montserrat SemiBold" pitchFamily="34" charset="-122"/>
                <a:cs typeface="Montserrat SemiBold" pitchFamily="34" charset="-120"/>
              </a:rPr>
              <a:t>1,6 × 10⁻⁵ кг</a:t>
            </a:r>
            <a:endParaRPr lang="en-US" sz="1333" dirty="0"/>
          </a:p>
          <a:p>
            <a:r>
              <a:rPr lang="en-US" sz="1333" dirty="0">
                <a:solidFill>
                  <a:srgbClr val="6B6280"/>
                </a:solidFill>
                <a:latin typeface="Montserrat" pitchFamily="34" charset="0"/>
                <a:ea typeface="Montserrat" pitchFamily="34" charset="-122"/>
                <a:cs typeface="Montserrat" pitchFamily="34" charset="-120"/>
              </a:rPr>
              <a:t>p99: </a:t>
            </a:r>
            <a:r>
              <a:rPr lang="en-US" sz="1733" b="1" dirty="0">
                <a:solidFill>
                  <a:srgbClr val="E85362"/>
                </a:solidFill>
                <a:latin typeface="Montserrat SemiBold" pitchFamily="34" charset="0"/>
                <a:ea typeface="Montserrat SemiBold" pitchFamily="34" charset="-122"/>
                <a:cs typeface="Montserrat SemiBold" pitchFamily="34" charset="-120"/>
              </a:rPr>
              <a:t>0,082 кг</a:t>
            </a:r>
            <a:endParaRPr lang="en-US" sz="133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Облачная синхронизация</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9 / 12</a:t>
            </a:r>
            <a:endParaRPr lang="en-US" sz="1333" dirty="0"/>
          </a:p>
        </p:txBody>
      </p:sp>
      <p:sp>
        <p:nvSpPr>
          <p:cNvPr id="8" name="Shape 6"/>
          <p:cNvSpPr/>
          <p:nvPr/>
        </p:nvSpPr>
        <p:spPr>
          <a:xfrm>
            <a:off x="975360" y="1584960"/>
            <a:ext cx="2072640" cy="731520"/>
          </a:xfrm>
          <a:prstGeom prst="rect">
            <a:avLst/>
          </a:prstGeom>
          <a:solidFill>
            <a:srgbClr val="372579"/>
          </a:solidFill>
          <a:ln w="12700">
            <a:solidFill>
              <a:srgbClr val="372579"/>
            </a:solidFill>
            <a:prstDash val="solid"/>
          </a:ln>
        </p:spPr>
        <p:txBody>
          <a:bodyPr/>
          <a:lstStyle/>
          <a:p>
            <a:endParaRPr lang="ru-RU" sz="2400"/>
          </a:p>
        </p:txBody>
      </p:sp>
      <p:sp>
        <p:nvSpPr>
          <p:cNvPr id="9" name="Text 7"/>
          <p:cNvSpPr/>
          <p:nvPr/>
        </p:nvSpPr>
        <p:spPr>
          <a:xfrm>
            <a:off x="975360" y="1584960"/>
            <a:ext cx="2072640" cy="731520"/>
          </a:xfrm>
          <a:prstGeom prst="rect">
            <a:avLst/>
          </a:prstGeom>
          <a:noFill/>
          <a:ln/>
        </p:spPr>
        <p:txBody>
          <a:bodyPr wrap="square" rtlCol="0" anchor="ctr"/>
          <a:lstStyle/>
          <a:p>
            <a:pPr algn="ctr"/>
            <a:r>
              <a:rPr lang="en-US" sz="1333" b="1" spc="133" dirty="0">
                <a:solidFill>
                  <a:srgbClr val="FFFFFF"/>
                </a:solidFill>
                <a:latin typeface="Montserrat SemiBold" pitchFamily="34" charset="0"/>
                <a:ea typeface="Montserrat SemiBold" pitchFamily="34" charset="-122"/>
                <a:cs typeface="Montserrat SemiBold" pitchFamily="34" charset="-120"/>
              </a:rPr>
              <a:t>КЛИЕНТ</a:t>
            </a:r>
            <a:endParaRPr lang="en-US" sz="1333" dirty="0"/>
          </a:p>
          <a:p>
            <a:pPr algn="ctr"/>
            <a:r>
              <a:rPr lang="en-US" sz="1333" b="1" spc="133" dirty="0">
                <a:solidFill>
                  <a:srgbClr val="FFFFFF"/>
                </a:solidFill>
                <a:latin typeface="Montserrat SemiBold" pitchFamily="34" charset="0"/>
                <a:ea typeface="Montserrat SemiBold" pitchFamily="34" charset="-122"/>
                <a:cs typeface="Montserrat SemiBold" pitchFamily="34" charset="-120"/>
              </a:rPr>
              <a:t>.NET MAUI</a:t>
            </a:r>
            <a:endParaRPr lang="en-US" sz="1333" dirty="0"/>
          </a:p>
        </p:txBody>
      </p:sp>
      <p:sp>
        <p:nvSpPr>
          <p:cNvPr id="10" name="Shape 8"/>
          <p:cNvSpPr/>
          <p:nvPr/>
        </p:nvSpPr>
        <p:spPr>
          <a:xfrm>
            <a:off x="2011680" y="2316480"/>
            <a:ext cx="0" cy="3413760"/>
          </a:xfrm>
          <a:prstGeom prst="line">
            <a:avLst/>
          </a:prstGeom>
          <a:noFill/>
          <a:ln w="12700">
            <a:solidFill>
              <a:srgbClr val="372579"/>
            </a:solidFill>
            <a:prstDash val="dash"/>
          </a:ln>
        </p:spPr>
        <p:txBody>
          <a:bodyPr/>
          <a:lstStyle/>
          <a:p>
            <a:endParaRPr lang="ru-RU" sz="2400"/>
          </a:p>
        </p:txBody>
      </p:sp>
      <p:sp>
        <p:nvSpPr>
          <p:cNvPr id="11" name="Shape 9"/>
          <p:cNvSpPr/>
          <p:nvPr/>
        </p:nvSpPr>
        <p:spPr>
          <a:xfrm>
            <a:off x="5242560" y="1584960"/>
            <a:ext cx="2072640" cy="731520"/>
          </a:xfrm>
          <a:prstGeom prst="rect">
            <a:avLst/>
          </a:prstGeom>
          <a:solidFill>
            <a:srgbClr val="47309C"/>
          </a:solidFill>
          <a:ln w="12700">
            <a:solidFill>
              <a:srgbClr val="47309C"/>
            </a:solidFill>
            <a:prstDash val="solid"/>
          </a:ln>
        </p:spPr>
        <p:txBody>
          <a:bodyPr/>
          <a:lstStyle/>
          <a:p>
            <a:endParaRPr lang="ru-RU" sz="2400"/>
          </a:p>
        </p:txBody>
      </p:sp>
      <p:sp>
        <p:nvSpPr>
          <p:cNvPr id="12" name="Text 10"/>
          <p:cNvSpPr/>
          <p:nvPr/>
        </p:nvSpPr>
        <p:spPr>
          <a:xfrm>
            <a:off x="5242560" y="1584960"/>
            <a:ext cx="2072640" cy="731520"/>
          </a:xfrm>
          <a:prstGeom prst="rect">
            <a:avLst/>
          </a:prstGeom>
          <a:noFill/>
          <a:ln/>
        </p:spPr>
        <p:txBody>
          <a:bodyPr wrap="square" rtlCol="0" anchor="ctr"/>
          <a:lstStyle/>
          <a:p>
            <a:pPr algn="ctr"/>
            <a:r>
              <a:rPr lang="en-US" sz="1333" b="1" spc="133" dirty="0">
                <a:solidFill>
                  <a:srgbClr val="FFFFFF"/>
                </a:solidFill>
                <a:latin typeface="Montserrat SemiBold" pitchFamily="34" charset="0"/>
                <a:ea typeface="Montserrat SemiBold" pitchFamily="34" charset="-122"/>
                <a:cs typeface="Montserrat SemiBold" pitchFamily="34" charset="-120"/>
              </a:rPr>
              <a:t>СЕРВЕР</a:t>
            </a:r>
            <a:endParaRPr lang="en-US" sz="1333" dirty="0"/>
          </a:p>
          <a:p>
            <a:pPr algn="ctr"/>
            <a:r>
              <a:rPr lang="en-US" sz="1333" b="1" spc="133" dirty="0">
                <a:solidFill>
                  <a:srgbClr val="FFFFFF"/>
                </a:solidFill>
                <a:latin typeface="Montserrat SemiBold" pitchFamily="34" charset="0"/>
                <a:ea typeface="Montserrat SemiBold" pitchFamily="34" charset="-122"/>
                <a:cs typeface="Montserrat SemiBold" pitchFamily="34" charset="-120"/>
              </a:rPr>
              <a:t>ASP.NET Core</a:t>
            </a:r>
            <a:endParaRPr lang="en-US" sz="1333" dirty="0"/>
          </a:p>
        </p:txBody>
      </p:sp>
      <p:sp>
        <p:nvSpPr>
          <p:cNvPr id="13" name="Shape 11"/>
          <p:cNvSpPr/>
          <p:nvPr/>
        </p:nvSpPr>
        <p:spPr>
          <a:xfrm>
            <a:off x="6278880" y="2316480"/>
            <a:ext cx="0" cy="3413760"/>
          </a:xfrm>
          <a:prstGeom prst="line">
            <a:avLst/>
          </a:prstGeom>
          <a:noFill/>
          <a:ln w="12700">
            <a:solidFill>
              <a:srgbClr val="47309C"/>
            </a:solidFill>
            <a:prstDash val="dash"/>
          </a:ln>
        </p:spPr>
        <p:txBody>
          <a:bodyPr/>
          <a:lstStyle/>
          <a:p>
            <a:endParaRPr lang="ru-RU" sz="2400"/>
          </a:p>
        </p:txBody>
      </p:sp>
      <p:sp>
        <p:nvSpPr>
          <p:cNvPr id="14" name="Shape 12"/>
          <p:cNvSpPr/>
          <p:nvPr/>
        </p:nvSpPr>
        <p:spPr>
          <a:xfrm>
            <a:off x="9509760" y="1584960"/>
            <a:ext cx="2072640" cy="731520"/>
          </a:xfrm>
          <a:prstGeom prst="rect">
            <a:avLst/>
          </a:prstGeom>
          <a:solidFill>
            <a:srgbClr val="E85362"/>
          </a:solidFill>
          <a:ln w="12700">
            <a:solidFill>
              <a:srgbClr val="E85362"/>
            </a:solidFill>
            <a:prstDash val="solid"/>
          </a:ln>
        </p:spPr>
        <p:txBody>
          <a:bodyPr/>
          <a:lstStyle/>
          <a:p>
            <a:endParaRPr lang="ru-RU" sz="2400"/>
          </a:p>
        </p:txBody>
      </p:sp>
      <p:sp>
        <p:nvSpPr>
          <p:cNvPr id="15" name="Text 13"/>
          <p:cNvSpPr/>
          <p:nvPr/>
        </p:nvSpPr>
        <p:spPr>
          <a:xfrm>
            <a:off x="9509760" y="1584960"/>
            <a:ext cx="2072640" cy="731520"/>
          </a:xfrm>
          <a:prstGeom prst="rect">
            <a:avLst/>
          </a:prstGeom>
          <a:noFill/>
          <a:ln/>
        </p:spPr>
        <p:txBody>
          <a:bodyPr wrap="square" rtlCol="0" anchor="ctr"/>
          <a:lstStyle/>
          <a:p>
            <a:pPr algn="ctr"/>
            <a:r>
              <a:rPr lang="en-US" sz="1333" b="1" spc="133" dirty="0">
                <a:solidFill>
                  <a:srgbClr val="FFFFFF"/>
                </a:solidFill>
                <a:latin typeface="Montserrat SemiBold" pitchFamily="34" charset="0"/>
                <a:ea typeface="Montserrat SemiBold" pitchFamily="34" charset="-122"/>
                <a:cs typeface="Montserrat SemiBold" pitchFamily="34" charset="-120"/>
              </a:rPr>
              <a:t>POSTGRESQL</a:t>
            </a:r>
            <a:endParaRPr lang="en-US" sz="1333" dirty="0"/>
          </a:p>
          <a:p>
            <a:pPr algn="ctr"/>
            <a:r>
              <a:rPr lang="en-US" sz="1333" b="1" spc="133" dirty="0">
                <a:solidFill>
                  <a:srgbClr val="FFFFFF"/>
                </a:solidFill>
                <a:latin typeface="Montserrat SemiBold" pitchFamily="34" charset="0"/>
                <a:ea typeface="Montserrat SemiBold" pitchFamily="34" charset="-122"/>
                <a:cs typeface="Montserrat SemiBold" pitchFamily="34" charset="-120"/>
              </a:rPr>
              <a:t>Neon</a:t>
            </a:r>
            <a:endParaRPr lang="en-US" sz="1333" dirty="0"/>
          </a:p>
        </p:txBody>
      </p:sp>
      <p:sp>
        <p:nvSpPr>
          <p:cNvPr id="16" name="Shape 14"/>
          <p:cNvSpPr/>
          <p:nvPr/>
        </p:nvSpPr>
        <p:spPr>
          <a:xfrm>
            <a:off x="10546080" y="2316480"/>
            <a:ext cx="0" cy="3413760"/>
          </a:xfrm>
          <a:prstGeom prst="line">
            <a:avLst/>
          </a:prstGeom>
          <a:noFill/>
          <a:ln w="12700">
            <a:solidFill>
              <a:srgbClr val="E85362"/>
            </a:solidFill>
            <a:prstDash val="dash"/>
          </a:ln>
        </p:spPr>
        <p:txBody>
          <a:bodyPr/>
          <a:lstStyle/>
          <a:p>
            <a:endParaRPr lang="ru-RU" sz="2400"/>
          </a:p>
        </p:txBody>
      </p:sp>
      <p:sp>
        <p:nvSpPr>
          <p:cNvPr id="17" name="Shape 15"/>
          <p:cNvSpPr/>
          <p:nvPr/>
        </p:nvSpPr>
        <p:spPr>
          <a:xfrm>
            <a:off x="2011680" y="2743200"/>
            <a:ext cx="4267200" cy="0"/>
          </a:xfrm>
          <a:prstGeom prst="line">
            <a:avLst/>
          </a:prstGeom>
          <a:noFill/>
          <a:ln w="19050">
            <a:solidFill>
              <a:srgbClr val="24184E"/>
            </a:solidFill>
            <a:prstDash val="solid"/>
            <a:headEnd type="none"/>
            <a:tailEnd type="triangle"/>
          </a:ln>
        </p:spPr>
        <p:txBody>
          <a:bodyPr/>
          <a:lstStyle/>
          <a:p>
            <a:endParaRPr lang="ru-RU" sz="2400"/>
          </a:p>
        </p:txBody>
      </p:sp>
      <p:sp>
        <p:nvSpPr>
          <p:cNvPr id="18" name="Text 16"/>
          <p:cNvSpPr/>
          <p:nvPr/>
        </p:nvSpPr>
        <p:spPr>
          <a:xfrm>
            <a:off x="2011680" y="237744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1. POST /sync  { pushBatch, lastSyncUtc }</a:t>
            </a:r>
            <a:endParaRPr lang="en-US" sz="1333" dirty="0"/>
          </a:p>
        </p:txBody>
      </p:sp>
      <p:sp>
        <p:nvSpPr>
          <p:cNvPr id="19" name="Shape 17"/>
          <p:cNvSpPr/>
          <p:nvPr/>
        </p:nvSpPr>
        <p:spPr>
          <a:xfrm>
            <a:off x="6278880" y="3474720"/>
            <a:ext cx="4267200" cy="0"/>
          </a:xfrm>
          <a:prstGeom prst="line">
            <a:avLst/>
          </a:prstGeom>
          <a:noFill/>
          <a:ln w="19050">
            <a:solidFill>
              <a:srgbClr val="24184E"/>
            </a:solidFill>
            <a:prstDash val="solid"/>
            <a:headEnd type="none"/>
            <a:tailEnd type="triangle"/>
          </a:ln>
        </p:spPr>
        <p:txBody>
          <a:bodyPr/>
          <a:lstStyle/>
          <a:p>
            <a:endParaRPr lang="ru-RU" sz="2400"/>
          </a:p>
        </p:txBody>
      </p:sp>
      <p:sp>
        <p:nvSpPr>
          <p:cNvPr id="20" name="Text 18"/>
          <p:cNvSpPr/>
          <p:nvPr/>
        </p:nvSpPr>
        <p:spPr>
          <a:xfrm>
            <a:off x="6278880" y="310896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2. UPSERT (LWW: UpdatedAt)</a:t>
            </a:r>
            <a:endParaRPr lang="en-US" sz="1333" dirty="0"/>
          </a:p>
        </p:txBody>
      </p:sp>
      <p:sp>
        <p:nvSpPr>
          <p:cNvPr id="21" name="Shape 19"/>
          <p:cNvSpPr/>
          <p:nvPr/>
        </p:nvSpPr>
        <p:spPr>
          <a:xfrm>
            <a:off x="6278880" y="4206240"/>
            <a:ext cx="4267200" cy="0"/>
          </a:xfrm>
          <a:prstGeom prst="line">
            <a:avLst/>
          </a:prstGeom>
          <a:noFill/>
          <a:ln w="19050">
            <a:solidFill>
              <a:srgbClr val="24184E"/>
            </a:solidFill>
            <a:prstDash val="dash"/>
            <a:headEnd type="triangle"/>
            <a:tailEnd type="none"/>
          </a:ln>
        </p:spPr>
        <p:txBody>
          <a:bodyPr/>
          <a:lstStyle/>
          <a:p>
            <a:endParaRPr lang="ru-RU" sz="2400"/>
          </a:p>
        </p:txBody>
      </p:sp>
      <p:sp>
        <p:nvSpPr>
          <p:cNvPr id="22" name="Text 20"/>
          <p:cNvSpPr/>
          <p:nvPr/>
        </p:nvSpPr>
        <p:spPr>
          <a:xfrm>
            <a:off x="6278880" y="384048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3. COMMIT</a:t>
            </a:r>
            <a:endParaRPr lang="en-US" sz="1333" dirty="0"/>
          </a:p>
        </p:txBody>
      </p:sp>
      <p:sp>
        <p:nvSpPr>
          <p:cNvPr id="23" name="Shape 21"/>
          <p:cNvSpPr/>
          <p:nvPr/>
        </p:nvSpPr>
        <p:spPr>
          <a:xfrm>
            <a:off x="2011680" y="4937760"/>
            <a:ext cx="4267200" cy="0"/>
          </a:xfrm>
          <a:prstGeom prst="line">
            <a:avLst/>
          </a:prstGeom>
          <a:noFill/>
          <a:ln w="19050">
            <a:solidFill>
              <a:srgbClr val="24184E"/>
            </a:solidFill>
            <a:prstDash val="dash"/>
            <a:headEnd type="triangle"/>
            <a:tailEnd type="none"/>
          </a:ln>
        </p:spPr>
        <p:txBody>
          <a:bodyPr/>
          <a:lstStyle/>
          <a:p>
            <a:endParaRPr lang="ru-RU" sz="2400"/>
          </a:p>
        </p:txBody>
      </p:sp>
      <p:sp>
        <p:nvSpPr>
          <p:cNvPr id="24" name="Text 22"/>
          <p:cNvSpPr/>
          <p:nvPr/>
        </p:nvSpPr>
        <p:spPr>
          <a:xfrm>
            <a:off x="2011680" y="457200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4. HTTP 200 { pullBatch, serverTimeUtc }</a:t>
            </a:r>
            <a:endParaRPr lang="en-US" sz="1333" dirty="0"/>
          </a:p>
        </p:txBody>
      </p:sp>
      <p:sp>
        <p:nvSpPr>
          <p:cNvPr id="25" name="Shape 23"/>
          <p:cNvSpPr/>
          <p:nvPr/>
        </p:nvSpPr>
        <p:spPr>
          <a:xfrm>
            <a:off x="670560" y="5791200"/>
            <a:ext cx="11033760" cy="548640"/>
          </a:xfrm>
          <a:prstGeom prst="rect">
            <a:avLst/>
          </a:prstGeom>
          <a:solidFill>
            <a:srgbClr val="E8E0F7"/>
          </a:solidFill>
          <a:ln w="6350">
            <a:solidFill>
              <a:srgbClr val="372579"/>
            </a:solidFill>
            <a:prstDash val="solid"/>
          </a:ln>
        </p:spPr>
        <p:txBody>
          <a:bodyPr/>
          <a:lstStyle/>
          <a:p>
            <a:endParaRPr lang="ru-RU" sz="2400"/>
          </a:p>
        </p:txBody>
      </p:sp>
      <p:sp>
        <p:nvSpPr>
          <p:cNvPr id="26" name="Shape 24"/>
          <p:cNvSpPr/>
          <p:nvPr/>
        </p:nvSpPr>
        <p:spPr>
          <a:xfrm>
            <a:off x="670560" y="5791200"/>
            <a:ext cx="121920" cy="548640"/>
          </a:xfrm>
          <a:prstGeom prst="rect">
            <a:avLst/>
          </a:prstGeom>
          <a:solidFill>
            <a:srgbClr val="E85362"/>
          </a:solidFill>
          <a:ln w="12700">
            <a:solidFill>
              <a:srgbClr val="E85362"/>
            </a:solidFill>
            <a:prstDash val="solid"/>
          </a:ln>
        </p:spPr>
        <p:txBody>
          <a:bodyPr/>
          <a:lstStyle/>
          <a:p>
            <a:endParaRPr lang="ru-RU" sz="2400"/>
          </a:p>
        </p:txBody>
      </p:sp>
      <p:sp>
        <p:nvSpPr>
          <p:cNvPr id="27" name="Text 25"/>
          <p:cNvSpPr/>
          <p:nvPr/>
        </p:nvSpPr>
        <p:spPr>
          <a:xfrm>
            <a:off x="975360" y="5815584"/>
            <a:ext cx="10668000" cy="487680"/>
          </a:xfrm>
          <a:prstGeom prst="rect">
            <a:avLst/>
          </a:prstGeom>
          <a:noFill/>
          <a:ln/>
        </p:spPr>
        <p:txBody>
          <a:bodyPr wrap="square" lIns="0" tIns="0" rIns="0" bIns="0" rtlCol="0" anchor="ctr"/>
          <a:lstStyle/>
          <a:p>
            <a:r>
              <a:rPr lang="en-US" sz="1467" b="1" dirty="0">
                <a:solidFill>
                  <a:srgbClr val="372579"/>
                </a:solidFill>
                <a:latin typeface="Montserrat SemiBold" pitchFamily="34" charset="0"/>
                <a:ea typeface="Montserrat SemiBold" pitchFamily="34" charset="-122"/>
                <a:cs typeface="Montserrat SemiBold" pitchFamily="34" charset="-120"/>
              </a:rPr>
              <a:t>LWW: </a:t>
            </a:r>
            <a:r>
              <a:rPr lang="en-US" sz="1467" dirty="0">
                <a:solidFill>
                  <a:srgbClr val="24184E"/>
                </a:solidFill>
                <a:latin typeface="Consolas" pitchFamily="34" charset="0"/>
                <a:ea typeface="Consolas" pitchFamily="34" charset="-122"/>
                <a:cs typeface="Consolas" pitchFamily="34" charset="-120"/>
              </a:rPr>
              <a:t>ON CONFLICT(SyncId) DO UPDATE WHERE excluded.UpdatedAt &gt; existing.UpdatedAt</a:t>
            </a:r>
            <a:endParaRPr lang="en-US" sz="146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Тестирование и результаты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10 / 12</a:t>
            </a:r>
            <a:endParaRPr lang="en-US" sz="1333" dirty="0"/>
          </a:p>
        </p:txBody>
      </p:sp>
      <p:sp>
        <p:nvSpPr>
          <p:cNvPr id="8" name="Text 6"/>
          <p:cNvSpPr/>
          <p:nvPr/>
        </p:nvSpPr>
        <p:spPr>
          <a:xfrm>
            <a:off x="670560" y="1584960"/>
            <a:ext cx="5486400" cy="426720"/>
          </a:xfrm>
          <a:prstGeom prst="rect">
            <a:avLst/>
          </a:prstGeom>
          <a:noFill/>
          <a:ln/>
        </p:spPr>
        <p:txBody>
          <a:bodyPr wrap="square" rtlCol="0" anchor="ctr"/>
          <a:lstStyle/>
          <a:p>
            <a:r>
              <a:rPr lang="en-US" sz="1600" b="1" spc="267" dirty="0">
                <a:solidFill>
                  <a:srgbClr val="372579"/>
                </a:solidFill>
                <a:latin typeface="Montserrat SemiBold" pitchFamily="34" charset="0"/>
                <a:ea typeface="Montserrat SemiBold" pitchFamily="34" charset="-122"/>
                <a:cs typeface="Montserrat SemiBold" pitchFamily="34" charset="-120"/>
              </a:rPr>
              <a:t>ФУНКЦИОНАЛЬНЫЕ И ИНТЕГРАЦИОННЫЕ</a:t>
            </a:r>
            <a:endParaRPr lang="en-US" sz="1600" dirty="0"/>
          </a:p>
        </p:txBody>
      </p:sp>
      <p:sp>
        <p:nvSpPr>
          <p:cNvPr id="9" name="Shape 7"/>
          <p:cNvSpPr/>
          <p:nvPr/>
        </p:nvSpPr>
        <p:spPr>
          <a:xfrm>
            <a:off x="670560" y="213360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0" name="Text 8"/>
          <p:cNvSpPr/>
          <p:nvPr/>
        </p:nvSpPr>
        <p:spPr>
          <a:xfrm>
            <a:off x="792480" y="219456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24</a:t>
            </a:r>
            <a:endParaRPr lang="en-US" sz="2933" dirty="0"/>
          </a:p>
        </p:txBody>
      </p:sp>
      <p:sp>
        <p:nvSpPr>
          <p:cNvPr id="11" name="Text 9"/>
          <p:cNvSpPr/>
          <p:nvPr/>
        </p:nvSpPr>
        <p:spPr>
          <a:xfrm>
            <a:off x="1767840" y="219456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функциональных теста</a:t>
            </a:r>
            <a:endParaRPr lang="en-US" sz="1467" dirty="0"/>
          </a:p>
        </p:txBody>
      </p:sp>
      <p:sp>
        <p:nvSpPr>
          <p:cNvPr id="12" name="Shape 10"/>
          <p:cNvSpPr/>
          <p:nvPr/>
        </p:nvSpPr>
        <p:spPr>
          <a:xfrm>
            <a:off x="670560" y="292608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3" name="Text 11"/>
          <p:cNvSpPr/>
          <p:nvPr/>
        </p:nvSpPr>
        <p:spPr>
          <a:xfrm>
            <a:off x="792480" y="298704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8</a:t>
            </a:r>
            <a:endParaRPr lang="en-US" sz="2933" dirty="0"/>
          </a:p>
        </p:txBody>
      </p:sp>
      <p:sp>
        <p:nvSpPr>
          <p:cNvPr id="14" name="Text 12"/>
          <p:cNvSpPr/>
          <p:nvPr/>
        </p:nvSpPr>
        <p:spPr>
          <a:xfrm>
            <a:off x="1767840" y="298704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ключевых сценариев пройдены</a:t>
            </a:r>
            <a:endParaRPr lang="en-US" sz="1467" dirty="0"/>
          </a:p>
        </p:txBody>
      </p:sp>
      <p:sp>
        <p:nvSpPr>
          <p:cNvPr id="15" name="Shape 13"/>
          <p:cNvSpPr/>
          <p:nvPr/>
        </p:nvSpPr>
        <p:spPr>
          <a:xfrm>
            <a:off x="670560" y="371856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6" name="Text 14"/>
          <p:cNvSpPr/>
          <p:nvPr/>
        </p:nvSpPr>
        <p:spPr>
          <a:xfrm>
            <a:off x="792480" y="377952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4</a:t>
            </a:r>
            <a:endParaRPr lang="en-US" sz="2933" dirty="0"/>
          </a:p>
        </p:txBody>
      </p:sp>
      <p:sp>
        <p:nvSpPr>
          <p:cNvPr id="17" name="Text 15"/>
          <p:cNvSpPr/>
          <p:nvPr/>
        </p:nvSpPr>
        <p:spPr>
          <a:xfrm>
            <a:off x="1767840" y="377952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сценария синхронизации</a:t>
            </a:r>
            <a:endParaRPr lang="en-US" sz="1467" dirty="0"/>
          </a:p>
        </p:txBody>
      </p:sp>
      <p:sp>
        <p:nvSpPr>
          <p:cNvPr id="18" name="Shape 16"/>
          <p:cNvSpPr/>
          <p:nvPr/>
        </p:nvSpPr>
        <p:spPr>
          <a:xfrm>
            <a:off x="670560" y="451104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9" name="Text 17"/>
          <p:cNvSpPr/>
          <p:nvPr/>
        </p:nvSpPr>
        <p:spPr>
          <a:xfrm>
            <a:off x="792480" y="457200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2</a:t>
            </a:r>
            <a:endParaRPr lang="en-US" sz="2933" dirty="0"/>
          </a:p>
        </p:txBody>
      </p:sp>
      <p:sp>
        <p:nvSpPr>
          <p:cNvPr id="20" name="Text 18"/>
          <p:cNvSpPr/>
          <p:nvPr/>
        </p:nvSpPr>
        <p:spPr>
          <a:xfrm>
            <a:off x="1767840" y="457200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платформы: Windows + Android</a:t>
            </a:r>
            <a:endParaRPr lang="en-US" sz="1467" dirty="0"/>
          </a:p>
        </p:txBody>
      </p:sp>
      <p:sp>
        <p:nvSpPr>
          <p:cNvPr id="21" name="Text 19"/>
          <p:cNvSpPr/>
          <p:nvPr/>
        </p:nvSpPr>
        <p:spPr>
          <a:xfrm>
            <a:off x="6339840" y="1584960"/>
            <a:ext cx="5364480" cy="426720"/>
          </a:xfrm>
          <a:prstGeom prst="rect">
            <a:avLst/>
          </a:prstGeom>
          <a:noFill/>
          <a:ln/>
        </p:spPr>
        <p:txBody>
          <a:bodyPr wrap="square" rtlCol="0" anchor="ctr"/>
          <a:lstStyle/>
          <a:p>
            <a:r>
              <a:rPr lang="en-US" sz="1600" b="1" spc="267" dirty="0">
                <a:solidFill>
                  <a:srgbClr val="372579"/>
                </a:solidFill>
                <a:latin typeface="Montserrat SemiBold" pitchFamily="34" charset="0"/>
                <a:ea typeface="Montserrat SemiBold" pitchFamily="34" charset="-122"/>
                <a:cs typeface="Montserrat SemiBold" pitchFamily="34" charset="-120"/>
              </a:rPr>
              <a:t>ПРОИЗВОДИТЕЛЬНОСТЬ</a:t>
            </a:r>
            <a:endParaRPr lang="en-US" sz="1600" dirty="0"/>
          </a:p>
        </p:txBody>
      </p:sp>
      <p:graphicFrame>
        <p:nvGraphicFramePr>
          <p:cNvPr id="22" name="Table 0"/>
          <p:cNvGraphicFramePr>
            <a:graphicFrameLocks noGrp="1"/>
          </p:cNvGraphicFramePr>
          <p:nvPr/>
        </p:nvGraphicFramePr>
        <p:xfrm>
          <a:off x="6339840" y="2072640"/>
          <a:ext cx="5364480" cy="1625600"/>
        </p:xfrm>
        <a:graphic>
          <a:graphicData uri="http://schemas.openxmlformats.org/drawingml/2006/table">
            <a:tbl>
              <a:tblPr/>
              <a:tblGrid>
                <a:gridCol w="292608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25120">
                <a:tc>
                  <a:txBody>
                    <a:bodyPr/>
                    <a:lstStyle/>
                    <a:p>
                      <a:pPr marL="0" indent="0" algn="ctr">
                        <a:buNone/>
                      </a:pPr>
                      <a:r>
                        <a:rPr lang="en-US" sz="1300" b="1" dirty="0">
                          <a:solidFill>
                            <a:srgbClr val="FFFFFF"/>
                          </a:solidFill>
                          <a:latin typeface="Montserrat SemiBold" pitchFamily="34" charset="0"/>
                          <a:ea typeface="Montserrat SemiBold" pitchFamily="34" charset="-122"/>
                          <a:cs typeface="Montserrat SemiBold" pitchFamily="34" charset="-120"/>
                        </a:rPr>
                        <a:t>Метрика</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300" b="1" dirty="0">
                          <a:solidFill>
                            <a:srgbClr val="FFFFFF"/>
                          </a:solidFill>
                          <a:latin typeface="Montserrat SemiBold" pitchFamily="34" charset="0"/>
                          <a:ea typeface="Montserrat SemiBold" pitchFamily="34" charset="-122"/>
                          <a:cs typeface="Montserrat SemiBold" pitchFamily="34" charset="-120"/>
                        </a:rPr>
                        <a:t>Win</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300" b="1" dirty="0">
                          <a:solidFill>
                            <a:srgbClr val="FFFFFF"/>
                          </a:solidFill>
                          <a:latin typeface="Montserrat SemiBold" pitchFamily="34" charset="0"/>
                          <a:ea typeface="Montserrat SemiBold" pitchFamily="34" charset="-122"/>
                          <a:cs typeface="Montserrat SemiBold" pitchFamily="34" charset="-120"/>
                        </a:rPr>
                        <a:t>Android</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extLst>
                  <a:ext uri="{0D108BD9-81ED-4DB2-BD59-A6C34878D82A}">
                    <a16:rowId xmlns:a16="http://schemas.microsoft.com/office/drawing/2014/main" val="10000"/>
                  </a:ext>
                </a:extLst>
              </a:tr>
              <a:tr h="325120">
                <a:tc>
                  <a:txBody>
                    <a:bodyPr/>
                    <a:lstStyle/>
                    <a:p>
                      <a:pPr marL="0" indent="0">
                        <a:buNone/>
                      </a:pPr>
                      <a:r>
                        <a:rPr lang="en-US" sz="1300" dirty="0">
                          <a:solidFill>
                            <a:srgbClr val="24184E"/>
                          </a:solidFill>
                          <a:latin typeface="Montserrat" pitchFamily="34" charset="0"/>
                          <a:ea typeface="Montserrat" pitchFamily="34" charset="-122"/>
                          <a:cs typeface="Montserrat" pitchFamily="34" charset="-120"/>
                        </a:rPr>
                        <a:t>Список тренировок</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42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78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1"/>
                  </a:ext>
                </a:extLst>
              </a:tr>
              <a:tr h="325120">
                <a:tc>
                  <a:txBody>
                    <a:bodyPr/>
                    <a:lstStyle/>
                    <a:p>
                      <a:pPr marL="0" indent="0">
                        <a:buNone/>
                      </a:pPr>
                      <a:r>
                        <a:rPr lang="en-US" sz="1300" b="1" dirty="0">
                          <a:solidFill>
                            <a:srgbClr val="24184E"/>
                          </a:solidFill>
                          <a:latin typeface="Montserrat" pitchFamily="34" charset="0"/>
                          <a:ea typeface="Montserrat" pitchFamily="34" charset="-122"/>
                          <a:cs typeface="Montserrat" pitchFamily="34" charset="-120"/>
                        </a:rPr>
                        <a:t>Inference ML</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E85362"/>
                          </a:solidFill>
                          <a:latin typeface="Montserrat SemiBold" pitchFamily="34" charset="0"/>
                          <a:ea typeface="Montserrat SemiBold" pitchFamily="34" charset="-122"/>
                          <a:cs typeface="Montserrat SemiBold" pitchFamily="34" charset="-120"/>
                        </a:rPr>
                        <a:t>4 мс</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E85362"/>
                          </a:solidFill>
                          <a:latin typeface="Montserrat SemiBold" pitchFamily="34" charset="0"/>
                          <a:ea typeface="Montserrat SemiBold" pitchFamily="34" charset="-122"/>
                          <a:cs typeface="Montserrat SemiBold" pitchFamily="34" charset="-120"/>
                        </a:rPr>
                        <a:t>8 мс</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2"/>
                  </a:ext>
                </a:extLst>
              </a:tr>
              <a:tr h="325120">
                <a:tc>
                  <a:txBody>
                    <a:bodyPr/>
                    <a:lstStyle/>
                    <a:p>
                      <a:pPr marL="0" indent="0">
                        <a:buNone/>
                      </a:pPr>
                      <a:r>
                        <a:rPr lang="en-US" sz="1300" dirty="0">
                          <a:solidFill>
                            <a:srgbClr val="24184E"/>
                          </a:solidFill>
                          <a:latin typeface="Montserrat" pitchFamily="34" charset="0"/>
                          <a:ea typeface="Montserrat" pitchFamily="34" charset="-122"/>
                          <a:cs typeface="Montserrat" pitchFamily="34" charset="-120"/>
                        </a:rPr>
                        <a:t>Init ONNX-сервиса</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87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143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3"/>
                  </a:ext>
                </a:extLst>
              </a:tr>
              <a:tr h="325120">
                <a:tc>
                  <a:txBody>
                    <a:bodyPr/>
                    <a:lstStyle/>
                    <a:p>
                      <a:pPr marL="0" indent="0">
                        <a:buNone/>
                      </a:pPr>
                      <a:r>
                        <a:rPr lang="en-US" sz="1300" dirty="0">
                          <a:solidFill>
                            <a:srgbClr val="24184E"/>
                          </a:solidFill>
                          <a:latin typeface="Montserrat" pitchFamily="34" charset="0"/>
                          <a:ea typeface="Montserrat" pitchFamily="34" charset="-122"/>
                          <a:cs typeface="Montserrat" pitchFamily="34" charset="-120"/>
                        </a:rPr>
                        <a:t>Размер APK</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24184E"/>
                          </a:solidFill>
                          <a:latin typeface="Montserrat SemiBold" pitchFamily="34" charset="0"/>
                          <a:ea typeface="Montserrat SemiBold" pitchFamily="34" charset="-122"/>
                          <a:cs typeface="Montserrat SemiBold" pitchFamily="34" charset="-120"/>
                        </a:rPr>
                        <a:t>38 МБ</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3" name="Shape 20"/>
          <p:cNvSpPr/>
          <p:nvPr/>
        </p:nvSpPr>
        <p:spPr>
          <a:xfrm>
            <a:off x="6339840" y="4937760"/>
            <a:ext cx="5364480" cy="1097280"/>
          </a:xfrm>
          <a:prstGeom prst="rect">
            <a:avLst/>
          </a:prstGeom>
          <a:solidFill>
            <a:srgbClr val="E8E0F7"/>
          </a:solidFill>
          <a:ln w="6350">
            <a:solidFill>
              <a:srgbClr val="372579"/>
            </a:solidFill>
            <a:prstDash val="solid"/>
          </a:ln>
        </p:spPr>
        <p:txBody>
          <a:bodyPr/>
          <a:lstStyle/>
          <a:p>
            <a:endParaRPr lang="ru-RU" sz="2400"/>
          </a:p>
        </p:txBody>
      </p:sp>
      <p:sp>
        <p:nvSpPr>
          <p:cNvPr id="24" name="Shape 21"/>
          <p:cNvSpPr/>
          <p:nvPr/>
        </p:nvSpPr>
        <p:spPr>
          <a:xfrm>
            <a:off x="6339840" y="4937760"/>
            <a:ext cx="121920" cy="1097280"/>
          </a:xfrm>
          <a:prstGeom prst="rect">
            <a:avLst/>
          </a:prstGeom>
          <a:solidFill>
            <a:srgbClr val="FA815F"/>
          </a:solidFill>
          <a:ln w="12700">
            <a:solidFill>
              <a:srgbClr val="FA815F"/>
            </a:solidFill>
            <a:prstDash val="solid"/>
          </a:ln>
        </p:spPr>
        <p:txBody>
          <a:bodyPr/>
          <a:lstStyle/>
          <a:p>
            <a:endParaRPr lang="ru-RU" sz="2400"/>
          </a:p>
        </p:txBody>
      </p:sp>
      <p:sp>
        <p:nvSpPr>
          <p:cNvPr id="25" name="Text 22"/>
          <p:cNvSpPr/>
          <p:nvPr/>
        </p:nvSpPr>
        <p:spPr>
          <a:xfrm>
            <a:off x="6522720" y="4998720"/>
            <a:ext cx="5059680" cy="975360"/>
          </a:xfrm>
          <a:prstGeom prst="rect">
            <a:avLst/>
          </a:prstGeom>
          <a:noFill/>
          <a:ln/>
        </p:spPr>
        <p:txBody>
          <a:bodyPr wrap="square" rtlCol="0" anchor="t"/>
          <a:lstStyle/>
          <a:p>
            <a:r>
              <a:rPr lang="en-US" sz="1333" b="1" spc="133" dirty="0">
                <a:solidFill>
                  <a:srgbClr val="FA815F"/>
                </a:solidFill>
                <a:latin typeface="Montserrat SemiBold" pitchFamily="34" charset="0"/>
                <a:ea typeface="Montserrat SemiBold" pitchFamily="34" charset="-122"/>
                <a:cs typeface="Montserrat SemiBold" pitchFamily="34" charset="-120"/>
              </a:rPr>
              <a:t>UX-ТЕСТ: </a:t>
            </a:r>
            <a:r>
              <a:rPr lang="en-US" sz="1333" b="1" dirty="0">
                <a:solidFill>
                  <a:srgbClr val="24184E"/>
                </a:solidFill>
                <a:latin typeface="Montserrat" pitchFamily="34" charset="0"/>
                <a:ea typeface="Montserrat" pitchFamily="34" charset="-122"/>
                <a:cs typeface="Montserrat" pitchFamily="34" charset="-120"/>
              </a:rPr>
              <a:t>6 добровольцев. </a:t>
            </a:r>
            <a:endParaRPr lang="en-US" sz="1333" dirty="0"/>
          </a:p>
          <a:p>
            <a:r>
              <a:rPr lang="en-US" sz="1333" dirty="0">
                <a:solidFill>
                  <a:srgbClr val="24184E"/>
                </a:solidFill>
                <a:latin typeface="Montserrat" pitchFamily="34" charset="0"/>
                <a:ea typeface="Montserrat" pitchFamily="34" charset="-122"/>
                <a:cs typeface="Montserrat" pitchFamily="34" charset="-120"/>
              </a:rPr>
              <a:t>Отмечены: интуитивный ввод подходов, полезность подсказки прогноза 1ПМ.</a:t>
            </a:r>
            <a:endParaRPr lang="en-US" sz="1333"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Выводы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11 / 12</a:t>
            </a:r>
            <a:endParaRPr lang="en-US" sz="1333" dirty="0"/>
          </a:p>
        </p:txBody>
      </p:sp>
      <p:sp>
        <p:nvSpPr>
          <p:cNvPr id="8" name="Shape 6"/>
          <p:cNvSpPr/>
          <p:nvPr/>
        </p:nvSpPr>
        <p:spPr>
          <a:xfrm>
            <a:off x="670560" y="1524000"/>
            <a:ext cx="11033760" cy="914400"/>
          </a:xfrm>
          <a:prstGeom prst="rect">
            <a:avLst/>
          </a:prstGeom>
          <a:solidFill>
            <a:srgbClr val="372579"/>
          </a:solidFill>
          <a:ln w="12700">
            <a:solidFill>
              <a:srgbClr val="372579"/>
            </a:solidFill>
            <a:prstDash val="solid"/>
          </a:ln>
        </p:spPr>
        <p:txBody>
          <a:bodyPr/>
          <a:lstStyle/>
          <a:p>
            <a:endParaRPr lang="ru-RU" sz="2400"/>
          </a:p>
        </p:txBody>
      </p:sp>
      <p:sp>
        <p:nvSpPr>
          <p:cNvPr id="9" name="Shape 7"/>
          <p:cNvSpPr/>
          <p:nvPr/>
        </p:nvSpPr>
        <p:spPr>
          <a:xfrm>
            <a:off x="670560" y="1524000"/>
            <a:ext cx="146304" cy="914400"/>
          </a:xfrm>
          <a:prstGeom prst="rect">
            <a:avLst/>
          </a:prstGeom>
          <a:solidFill>
            <a:srgbClr val="E85362"/>
          </a:solidFill>
          <a:ln w="12700">
            <a:solidFill>
              <a:srgbClr val="E85362"/>
            </a:solidFill>
            <a:prstDash val="solid"/>
          </a:ln>
        </p:spPr>
        <p:txBody>
          <a:bodyPr/>
          <a:lstStyle/>
          <a:p>
            <a:endParaRPr lang="ru-RU" sz="2400"/>
          </a:p>
        </p:txBody>
      </p:sp>
      <p:sp>
        <p:nvSpPr>
          <p:cNvPr id="10" name="Text 8"/>
          <p:cNvSpPr/>
          <p:nvPr/>
        </p:nvSpPr>
        <p:spPr>
          <a:xfrm>
            <a:off x="1036320" y="1584960"/>
            <a:ext cx="10668000" cy="792480"/>
          </a:xfrm>
          <a:prstGeom prst="rect">
            <a:avLst/>
          </a:prstGeom>
          <a:noFill/>
          <a:ln/>
        </p:spPr>
        <p:txBody>
          <a:bodyPr wrap="square" lIns="0" tIns="0" rIns="0" bIns="0" rtlCol="0" anchor="ctr"/>
          <a:lstStyle/>
          <a:p>
            <a:r>
              <a:rPr lang="en-US" sz="1867" b="1" spc="267" dirty="0">
                <a:solidFill>
                  <a:srgbClr val="E85362"/>
                </a:solidFill>
                <a:latin typeface="Montserrat" pitchFamily="34" charset="0"/>
                <a:ea typeface="Montserrat" pitchFamily="34" charset="-122"/>
                <a:cs typeface="Montserrat" pitchFamily="34" charset="-120"/>
              </a:rPr>
              <a:t>✓  ЦЕЛЬ РАБОТЫ ДОСТИГНУТА.  </a:t>
            </a:r>
            <a:r>
              <a:rPr lang="en-US" sz="1600" dirty="0">
                <a:solidFill>
                  <a:srgbClr val="FFFFFF"/>
                </a:solidFill>
                <a:latin typeface="Montserrat" pitchFamily="34" charset="0"/>
                <a:ea typeface="Montserrat" pitchFamily="34" charset="-122"/>
                <a:cs typeface="Montserrat" pitchFamily="34" charset="-120"/>
              </a:rPr>
              <a:t>Все поставленные задачи выполнены, требования соблюдены.</a:t>
            </a:r>
            <a:endParaRPr lang="en-US" sz="1867" dirty="0"/>
          </a:p>
        </p:txBody>
      </p:sp>
      <p:sp>
        <p:nvSpPr>
          <p:cNvPr id="11" name="Shape 9"/>
          <p:cNvSpPr/>
          <p:nvPr/>
        </p:nvSpPr>
        <p:spPr>
          <a:xfrm>
            <a:off x="670560" y="2682240"/>
            <a:ext cx="3535680" cy="670560"/>
          </a:xfrm>
          <a:prstGeom prst="rect">
            <a:avLst/>
          </a:prstGeom>
          <a:solidFill>
            <a:srgbClr val="372579"/>
          </a:solidFill>
          <a:ln w="12700">
            <a:solidFill>
              <a:srgbClr val="372579"/>
            </a:solidFill>
            <a:prstDash val="solid"/>
          </a:ln>
        </p:spPr>
        <p:txBody>
          <a:bodyPr/>
          <a:lstStyle/>
          <a:p>
            <a:endParaRPr lang="ru-RU" sz="2400"/>
          </a:p>
        </p:txBody>
      </p:sp>
      <p:sp>
        <p:nvSpPr>
          <p:cNvPr id="12" name="Text 10"/>
          <p:cNvSpPr/>
          <p:nvPr/>
        </p:nvSpPr>
        <p:spPr>
          <a:xfrm>
            <a:off x="670560" y="2682240"/>
            <a:ext cx="3535680" cy="670560"/>
          </a:xfrm>
          <a:prstGeom prst="rect">
            <a:avLst/>
          </a:prstGeom>
          <a:noFill/>
          <a:ln/>
        </p:spPr>
        <p:txBody>
          <a:bodyPr wrap="square" rtlCol="0" anchor="ctr"/>
          <a:lstStyle/>
          <a:p>
            <a:pPr algn="ctr"/>
            <a:r>
              <a:rPr lang="en-US" sz="1467" b="1" spc="267" dirty="0">
                <a:solidFill>
                  <a:srgbClr val="FFFFFF"/>
                </a:solidFill>
                <a:latin typeface="Montserrat SemiBold" pitchFamily="34" charset="0"/>
                <a:ea typeface="Montserrat SemiBold" pitchFamily="34" charset="-122"/>
                <a:cs typeface="Montserrat SemiBold" pitchFamily="34" charset="-120"/>
              </a:rPr>
              <a:t>РЕАЛИЗОВАНО</a:t>
            </a:r>
            <a:endParaRPr lang="en-US" sz="1467" dirty="0"/>
          </a:p>
        </p:txBody>
      </p:sp>
      <p:sp>
        <p:nvSpPr>
          <p:cNvPr id="13" name="Shape 11"/>
          <p:cNvSpPr/>
          <p:nvPr/>
        </p:nvSpPr>
        <p:spPr>
          <a:xfrm>
            <a:off x="670560" y="3352800"/>
            <a:ext cx="3535680" cy="2743200"/>
          </a:xfrm>
          <a:prstGeom prst="rect">
            <a:avLst/>
          </a:prstGeom>
          <a:solidFill>
            <a:srgbClr val="FFFFFF"/>
          </a:solidFill>
          <a:ln w="12700">
            <a:solidFill>
              <a:srgbClr val="372579"/>
            </a:solidFill>
            <a:prstDash val="solid"/>
          </a:ln>
        </p:spPr>
        <p:txBody>
          <a:bodyPr/>
          <a:lstStyle/>
          <a:p>
            <a:endParaRPr lang="ru-RU" sz="2400"/>
          </a:p>
        </p:txBody>
      </p:sp>
      <p:sp>
        <p:nvSpPr>
          <p:cNvPr id="14" name="Text 12"/>
          <p:cNvSpPr/>
          <p:nvPr/>
        </p:nvSpPr>
        <p:spPr>
          <a:xfrm>
            <a:off x="853440" y="3474720"/>
            <a:ext cx="3169920" cy="2560320"/>
          </a:xfrm>
          <a:prstGeom prst="rect">
            <a:avLst/>
          </a:prstGeom>
          <a:noFill/>
          <a:ln/>
        </p:spPr>
        <p:txBody>
          <a:bodyPr wrap="square" rtlCol="0" anchor="t"/>
          <a:lstStyle/>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Клиент: .NET MAUI 9, MVVM, 7 экранов</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Сервер: ASP.NET Core 9 на Render.com</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ML: LightGBM → ONNX (MAE 1,44 кг)</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Sync: LWW + offline-first</a:t>
            </a:r>
            <a:endParaRPr lang="en-US" sz="1467" dirty="0"/>
          </a:p>
        </p:txBody>
      </p:sp>
      <p:sp>
        <p:nvSpPr>
          <p:cNvPr id="15" name="Shape 13"/>
          <p:cNvSpPr/>
          <p:nvPr/>
        </p:nvSpPr>
        <p:spPr>
          <a:xfrm>
            <a:off x="4389120" y="2682240"/>
            <a:ext cx="3535680" cy="670560"/>
          </a:xfrm>
          <a:prstGeom prst="rect">
            <a:avLst/>
          </a:prstGeom>
          <a:solidFill>
            <a:srgbClr val="47309C"/>
          </a:solidFill>
          <a:ln w="12700">
            <a:solidFill>
              <a:srgbClr val="47309C"/>
            </a:solidFill>
            <a:prstDash val="solid"/>
          </a:ln>
        </p:spPr>
        <p:txBody>
          <a:bodyPr/>
          <a:lstStyle/>
          <a:p>
            <a:endParaRPr lang="ru-RU" sz="2400"/>
          </a:p>
        </p:txBody>
      </p:sp>
      <p:sp>
        <p:nvSpPr>
          <p:cNvPr id="16" name="Text 14"/>
          <p:cNvSpPr/>
          <p:nvPr/>
        </p:nvSpPr>
        <p:spPr>
          <a:xfrm>
            <a:off x="4389120" y="2682240"/>
            <a:ext cx="3535680" cy="670560"/>
          </a:xfrm>
          <a:prstGeom prst="rect">
            <a:avLst/>
          </a:prstGeom>
          <a:noFill/>
          <a:ln/>
        </p:spPr>
        <p:txBody>
          <a:bodyPr wrap="square" rtlCol="0" anchor="ctr"/>
          <a:lstStyle/>
          <a:p>
            <a:pPr algn="ctr"/>
            <a:r>
              <a:rPr lang="en-US" sz="1467" b="1" spc="267" dirty="0">
                <a:solidFill>
                  <a:srgbClr val="FFFFFF"/>
                </a:solidFill>
                <a:latin typeface="Montserrat SemiBold" pitchFamily="34" charset="0"/>
                <a:ea typeface="Montserrat SemiBold" pitchFamily="34" charset="-122"/>
                <a:cs typeface="Montserrat SemiBold" pitchFamily="34" charset="-120"/>
              </a:rPr>
              <a:t>НАУЧНАЯ ЗНАЧИМОСТЬ</a:t>
            </a:r>
            <a:endParaRPr lang="en-US" sz="1467" dirty="0"/>
          </a:p>
        </p:txBody>
      </p:sp>
      <p:sp>
        <p:nvSpPr>
          <p:cNvPr id="17" name="Shape 15"/>
          <p:cNvSpPr/>
          <p:nvPr/>
        </p:nvSpPr>
        <p:spPr>
          <a:xfrm>
            <a:off x="4389120" y="3352800"/>
            <a:ext cx="3535680" cy="2743200"/>
          </a:xfrm>
          <a:prstGeom prst="rect">
            <a:avLst/>
          </a:prstGeom>
          <a:solidFill>
            <a:srgbClr val="FFFFFF"/>
          </a:solidFill>
          <a:ln w="12700">
            <a:solidFill>
              <a:srgbClr val="47309C"/>
            </a:solidFill>
            <a:prstDash val="solid"/>
          </a:ln>
        </p:spPr>
        <p:txBody>
          <a:bodyPr/>
          <a:lstStyle/>
          <a:p>
            <a:endParaRPr lang="ru-RU" sz="2400"/>
          </a:p>
        </p:txBody>
      </p:sp>
      <p:sp>
        <p:nvSpPr>
          <p:cNvPr id="18" name="Text 16"/>
          <p:cNvSpPr/>
          <p:nvPr/>
        </p:nvSpPr>
        <p:spPr>
          <a:xfrm>
            <a:off x="4572000" y="3474720"/>
            <a:ext cx="3169920" cy="2560320"/>
          </a:xfrm>
          <a:prstGeom prst="rect">
            <a:avLst/>
          </a:prstGeom>
          <a:noFill/>
          <a:ln/>
        </p:spPr>
        <p:txBody>
          <a:bodyPr wrap="square" rtlCol="0" anchor="t"/>
          <a:lstStyle/>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Адаптация формулы Эпли и ML</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Решение проблемы clock skew</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Валидация ONNX-портации (Δ &lt; 0,1 кг)</a:t>
            </a:r>
            <a:endParaRPr lang="en-US" sz="1467" dirty="0"/>
          </a:p>
        </p:txBody>
      </p:sp>
      <p:sp>
        <p:nvSpPr>
          <p:cNvPr id="19" name="Shape 17"/>
          <p:cNvSpPr/>
          <p:nvPr/>
        </p:nvSpPr>
        <p:spPr>
          <a:xfrm>
            <a:off x="8107680" y="2682240"/>
            <a:ext cx="3535680" cy="670560"/>
          </a:xfrm>
          <a:prstGeom prst="rect">
            <a:avLst/>
          </a:prstGeom>
          <a:solidFill>
            <a:srgbClr val="E85362"/>
          </a:solidFill>
          <a:ln w="12700">
            <a:solidFill>
              <a:srgbClr val="E85362"/>
            </a:solidFill>
            <a:prstDash val="solid"/>
          </a:ln>
        </p:spPr>
        <p:txBody>
          <a:bodyPr/>
          <a:lstStyle/>
          <a:p>
            <a:endParaRPr lang="ru-RU" sz="2400"/>
          </a:p>
        </p:txBody>
      </p:sp>
      <p:sp>
        <p:nvSpPr>
          <p:cNvPr id="20" name="Text 18"/>
          <p:cNvSpPr/>
          <p:nvPr/>
        </p:nvSpPr>
        <p:spPr>
          <a:xfrm>
            <a:off x="8107680" y="2682240"/>
            <a:ext cx="3535680" cy="670560"/>
          </a:xfrm>
          <a:prstGeom prst="rect">
            <a:avLst/>
          </a:prstGeom>
          <a:noFill/>
          <a:ln/>
        </p:spPr>
        <p:txBody>
          <a:bodyPr wrap="square" rtlCol="0" anchor="ctr"/>
          <a:lstStyle/>
          <a:p>
            <a:pPr algn="ctr"/>
            <a:r>
              <a:rPr lang="en-US" sz="1467" b="1" spc="267" dirty="0">
                <a:solidFill>
                  <a:srgbClr val="FFFFFF"/>
                </a:solidFill>
                <a:latin typeface="Montserrat SemiBold" pitchFamily="34" charset="0"/>
                <a:ea typeface="Montserrat SemiBold" pitchFamily="34" charset="-122"/>
                <a:cs typeface="Montserrat SemiBold" pitchFamily="34" charset="-120"/>
              </a:rPr>
              <a:t>ПРАКТИЧЕСКАЯ ЦЕННОСТЬ</a:t>
            </a:r>
            <a:endParaRPr lang="en-US" sz="1467" dirty="0"/>
          </a:p>
        </p:txBody>
      </p:sp>
      <p:sp>
        <p:nvSpPr>
          <p:cNvPr id="21" name="Shape 19"/>
          <p:cNvSpPr/>
          <p:nvPr/>
        </p:nvSpPr>
        <p:spPr>
          <a:xfrm>
            <a:off x="8107680" y="3352800"/>
            <a:ext cx="3535680" cy="2743200"/>
          </a:xfrm>
          <a:prstGeom prst="rect">
            <a:avLst/>
          </a:prstGeom>
          <a:solidFill>
            <a:srgbClr val="FFFFFF"/>
          </a:solidFill>
          <a:ln w="12700">
            <a:solidFill>
              <a:srgbClr val="E85362"/>
            </a:solidFill>
            <a:prstDash val="solid"/>
          </a:ln>
        </p:spPr>
        <p:txBody>
          <a:bodyPr/>
          <a:lstStyle/>
          <a:p>
            <a:endParaRPr lang="ru-RU" sz="2400"/>
          </a:p>
        </p:txBody>
      </p:sp>
      <p:sp>
        <p:nvSpPr>
          <p:cNvPr id="22" name="Text 20"/>
          <p:cNvSpPr/>
          <p:nvPr/>
        </p:nvSpPr>
        <p:spPr>
          <a:xfrm>
            <a:off x="8290560" y="3474720"/>
            <a:ext cx="3169920" cy="2560320"/>
          </a:xfrm>
          <a:prstGeom prst="rect">
            <a:avLst/>
          </a:prstGeom>
          <a:noFill/>
          <a:ln/>
        </p:spPr>
        <p:txBody>
          <a:bodyPr wrap="square" rtlCol="0" anchor="t"/>
          <a:lstStyle/>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Бесплатное решение на русском языке</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Единственное приложение с Windows</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Open Source, расширяемое сообществом</a:t>
            </a:r>
            <a:endParaRPr lang="en-US" sz="146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Правила создания презентации</a:t>
            </a:r>
            <a:endParaRPr/>
          </a:p>
        </p:txBody>
      </p:sp>
      <p:sp>
        <p:nvSpPr>
          <p:cNvPr id="41" name="Текст 40"/>
          <p:cNvSpPr>
            <a:spLocks noGrp="1"/>
          </p:cNvSpPr>
          <p:nvPr>
            <p:ph type="body" sz="quarter" idx="14"/>
          </p:nvPr>
        </p:nvSpPr>
        <p:spPr bwMode="auto">
          <a:xfrm>
            <a:off x="479423" y="1194601"/>
            <a:ext cx="11233154" cy="1067920"/>
          </a:xfrm>
        </p:spPr>
        <p:txBody>
          <a:bodyPr/>
          <a:lstStyle/>
          <a:p>
            <a:pPr>
              <a:defRPr/>
            </a:pPr>
            <a:r>
              <a:rPr lang="ru-RU" sz="2000"/>
              <a:t>Несколько правил, соблюдение которых поможет вам создать эффективную презентацию с заданным шрифтом (</a:t>
            </a:r>
            <a:r>
              <a:rPr lang="en-US" sz="2000"/>
              <a:t>Montserrat</a:t>
            </a:r>
            <a:r>
              <a:rPr lang="ru-RU" sz="2000"/>
              <a:t>) и цветовой палитрой:</a:t>
            </a:r>
            <a:endParaRPr/>
          </a:p>
          <a:p>
            <a:pPr>
              <a:defRPr/>
            </a:pPr>
            <a:endParaRPr lang="ru-RU"/>
          </a:p>
        </p:txBody>
      </p:sp>
      <p:sp>
        <p:nvSpPr>
          <p:cNvPr id="42" name="Текст 41"/>
          <p:cNvSpPr>
            <a:spLocks noGrp="1"/>
          </p:cNvSpPr>
          <p:nvPr>
            <p:ph type="body" sz="quarter" idx="17"/>
          </p:nvPr>
        </p:nvSpPr>
        <p:spPr bwMode="auto">
          <a:xfrm>
            <a:off x="596900" y="3943515"/>
            <a:ext cx="3441699" cy="1327363"/>
          </a:xfrm>
        </p:spPr>
        <p:txBody>
          <a:bodyPr>
            <a:normAutofit/>
          </a:bodyPr>
          <a:lstStyle/>
          <a:p>
            <a:pPr>
              <a:lnSpc>
                <a:spcPct val="100000"/>
              </a:lnSpc>
              <a:defRPr/>
            </a:pPr>
            <a:r>
              <a:rPr lang="ru-RU" sz="1400">
                <a:solidFill>
                  <a:schemeClr val="accent6"/>
                </a:solidFill>
              </a:rPr>
              <a:t>1. Используйте заданный шрифт везде на слайдах: </a:t>
            </a:r>
            <a:r>
              <a:rPr lang="en-US" sz="1400">
                <a:latin typeface="Montserrat SemiBold"/>
              </a:rPr>
              <a:t>Montserra</a:t>
            </a:r>
            <a:r>
              <a:rPr lang="ru-RU" sz="1400">
                <a:latin typeface="Montserrat SemiBold"/>
              </a:rPr>
              <a:t>.</a:t>
            </a:r>
            <a:br>
              <a:rPr lang="ru-RU" sz="1400">
                <a:solidFill>
                  <a:schemeClr val="accent6"/>
                </a:solidFill>
              </a:rPr>
            </a:br>
            <a:r>
              <a:rPr lang="ru-RU" sz="1400">
                <a:solidFill>
                  <a:schemeClr val="accent6"/>
                </a:solidFill>
              </a:rPr>
              <a:t>Это создаст чувство единства </a:t>
            </a:r>
            <a:br>
              <a:rPr lang="ru-RU" sz="1400">
                <a:solidFill>
                  <a:schemeClr val="accent6"/>
                </a:solidFill>
              </a:rPr>
            </a:br>
            <a:r>
              <a:rPr lang="ru-RU" sz="1400">
                <a:solidFill>
                  <a:schemeClr val="accent6"/>
                </a:solidFill>
              </a:rPr>
              <a:t>и сделает вашу презентацию более профессиональной.</a:t>
            </a:r>
            <a:endParaRPr/>
          </a:p>
        </p:txBody>
      </p:sp>
      <p:sp>
        <p:nvSpPr>
          <p:cNvPr id="43" name="Текст 42"/>
          <p:cNvSpPr>
            <a:spLocks noGrp="1"/>
          </p:cNvSpPr>
          <p:nvPr>
            <p:ph type="body" sz="quarter" idx="18"/>
          </p:nvPr>
        </p:nvSpPr>
        <p:spPr bwMode="auto">
          <a:xfrm>
            <a:off x="482600" y="6314803"/>
            <a:ext cx="11229974" cy="283754"/>
          </a:xfrm>
        </p:spPr>
        <p:txBody>
          <a:bodyPr/>
          <a:lstStyle/>
          <a:p>
            <a:pPr>
              <a:defRPr/>
            </a:pPr>
            <a:r>
              <a:rPr lang="en-US"/>
              <a:t>P.S.</a:t>
            </a:r>
            <a:r>
              <a:rPr lang="ru-RU"/>
              <a:t> Не забудьте удалить этот слайд из финальной версии вашей презентации.</a:t>
            </a:r>
            <a:endParaRPr/>
          </a:p>
        </p:txBody>
      </p:sp>
      <p:sp>
        <p:nvSpPr>
          <p:cNvPr id="46" name="Текст 45"/>
          <p:cNvSpPr>
            <a:spLocks noGrp="1"/>
          </p:cNvSpPr>
          <p:nvPr>
            <p:ph type="body" sz="quarter" idx="21"/>
          </p:nvPr>
        </p:nvSpPr>
        <p:spPr bwMode="auto">
          <a:xfrm>
            <a:off x="4343400" y="3943515"/>
            <a:ext cx="3441699" cy="1327363"/>
          </a:xfrm>
        </p:spPr>
        <p:txBody>
          <a:bodyPr>
            <a:normAutofit/>
          </a:bodyPr>
          <a:lstStyle/>
          <a:p>
            <a:pPr>
              <a:defRPr/>
            </a:pPr>
            <a:r>
              <a:rPr lang="ru-RU" sz="1400">
                <a:solidFill>
                  <a:schemeClr val="accent6"/>
                </a:solidFill>
              </a:rPr>
              <a:t>2. Используйте цвета только </a:t>
            </a:r>
            <a:br>
              <a:rPr lang="ru-RU" sz="1400">
                <a:solidFill>
                  <a:schemeClr val="accent6"/>
                </a:solidFill>
              </a:rPr>
            </a:br>
            <a:r>
              <a:rPr lang="ru-RU" sz="1400">
                <a:solidFill>
                  <a:schemeClr val="accent6"/>
                </a:solidFill>
              </a:rPr>
              <a:t>из цветовой палитры.  </a:t>
            </a:r>
            <a:br>
              <a:rPr lang="ru-RU" sz="1400">
                <a:solidFill>
                  <a:schemeClr val="accent6"/>
                </a:solidFill>
              </a:rPr>
            </a:br>
            <a:r>
              <a:rPr lang="ru-RU" sz="1400">
                <a:solidFill>
                  <a:schemeClr val="accent6"/>
                </a:solidFill>
              </a:rPr>
              <a:t>Это поможет сохранить цветовую гармонию и улучшит восприятие контента аудиторией.</a:t>
            </a:r>
            <a:endParaRPr/>
          </a:p>
        </p:txBody>
      </p:sp>
      <p:sp>
        <p:nvSpPr>
          <p:cNvPr id="47" name="Текст 46"/>
          <p:cNvSpPr>
            <a:spLocks noGrp="1"/>
          </p:cNvSpPr>
          <p:nvPr>
            <p:ph type="body" sz="quarter" idx="22"/>
          </p:nvPr>
        </p:nvSpPr>
        <p:spPr bwMode="auto">
          <a:xfrm>
            <a:off x="596900" y="5348764"/>
            <a:ext cx="10541000" cy="813638"/>
          </a:xfrm>
        </p:spPr>
        <p:txBody>
          <a:bodyPr>
            <a:normAutofit/>
          </a:bodyPr>
          <a:lstStyle/>
          <a:p>
            <a:pPr>
              <a:lnSpc>
                <a:spcPct val="100000"/>
              </a:lnSpc>
              <a:defRPr/>
            </a:pPr>
            <a:r>
              <a:rPr lang="ru-RU" sz="1400">
                <a:solidFill>
                  <a:schemeClr val="accent6"/>
                </a:solidFill>
              </a:rPr>
              <a:t>4. Используйте макеты слайдов (</a:t>
            </a:r>
            <a:r>
              <a:rPr lang="ru-RU">
                <a:solidFill>
                  <a:schemeClr val="accent6"/>
                </a:solidFill>
              </a:rPr>
              <a:t>Размер слайда: 16:9</a:t>
            </a:r>
            <a:r>
              <a:rPr lang="ru-RU" sz="1400">
                <a:solidFill>
                  <a:schemeClr val="accent6"/>
                </a:solidFill>
              </a:rPr>
              <a:t>). Старайтесь построить логичную структуру презентации. </a:t>
            </a:r>
            <a:br>
              <a:rPr lang="ru-RU" sz="1400">
                <a:solidFill>
                  <a:schemeClr val="accent6"/>
                </a:solidFill>
              </a:rPr>
            </a:br>
            <a:r>
              <a:rPr lang="ru-RU" sz="1400">
                <a:solidFill>
                  <a:schemeClr val="accent6"/>
                </a:solidFill>
              </a:rPr>
              <a:t>У каждого слайда должна быть четкая информационная цель и связь с предыдущими  и последующими слайдами. («Главная</a:t>
            </a:r>
            <a:r>
              <a:rPr lang="ru-RU">
                <a:solidFill>
                  <a:schemeClr val="accent6"/>
                </a:solidFill>
              </a:rPr>
              <a:t>» → «Создать слайд»; </a:t>
            </a:r>
            <a:r>
              <a:rPr lang="ru-RU" sz="1400">
                <a:solidFill>
                  <a:schemeClr val="accent6"/>
                </a:solidFill>
              </a:rPr>
              <a:t>«Главная</a:t>
            </a:r>
            <a:r>
              <a:rPr lang="ru-RU">
                <a:solidFill>
                  <a:schemeClr val="accent6"/>
                </a:solidFill>
              </a:rPr>
              <a:t>» → «Макет»). </a:t>
            </a:r>
            <a:endParaRPr/>
          </a:p>
        </p:txBody>
      </p:sp>
      <p:pic>
        <p:nvPicPr>
          <p:cNvPr id="49" name="Ссылка на слайд 48">
            <a:hlinkClick r:id="rId2" action="ppaction://hlinksldjump"/>
          </p:cNvPr>
          <p:cNvPicPr>
            <a:picLocks noGrp="1" noRot="1" noChangeAspect="1" noMove="1" noResize="1" noEditPoints="1" noAdjustHandles="1" noChangeArrowheads="1" noChangeShapeType="1"/>
          </p:cNvPicPr>
          <p:nvPr/>
        </p:nvPicPr>
        <p:blipFill>
          <a:blip r:embed="rId3"/>
          <a:stretch/>
        </p:blipFill>
        <p:spPr bwMode="auto">
          <a:xfrm>
            <a:off x="4343401" y="2133771"/>
            <a:ext cx="3048000" cy="1714500"/>
          </a:xfrm>
          <a:prstGeom prst="rect">
            <a:avLst/>
          </a:prstGeom>
          <a:ln w="3175">
            <a:solidFill>
              <a:prstClr val="ltGray"/>
            </a:solidFill>
          </a:ln>
        </p:spPr>
      </p:pic>
      <p:pic>
        <p:nvPicPr>
          <p:cNvPr id="4" name="Ссылка на слайд 3">
            <a:hlinkClick r:id="rId4" action="ppaction://hlinksldjump"/>
          </p:cNvPr>
          <p:cNvPicPr>
            <a:picLocks noGrp="1" noRot="1" noChangeAspect="1" noMove="1" noResize="1" noEditPoints="1" noAdjustHandles="1" noChangeArrowheads="1" noChangeShapeType="1"/>
          </p:cNvPicPr>
          <p:nvPr/>
        </p:nvPicPr>
        <p:blipFill>
          <a:blip r:embed="rId5"/>
          <a:stretch/>
        </p:blipFill>
        <p:spPr bwMode="auto">
          <a:xfrm>
            <a:off x="596901" y="2133771"/>
            <a:ext cx="3048000" cy="1714500"/>
          </a:xfrm>
          <a:prstGeom prst="rect">
            <a:avLst/>
          </a:prstGeom>
          <a:ln w="3175">
            <a:solidFill>
              <a:prstClr val="ltGray"/>
            </a:solidFill>
          </a:ln>
        </p:spPr>
      </p:pic>
      <p:pic>
        <p:nvPicPr>
          <p:cNvPr id="6" name="Ссылка на слайд 5">
            <a:hlinkClick r:id="rId6" action="ppaction://hlinksldjump"/>
          </p:cNvPr>
          <p:cNvPicPr>
            <a:picLocks noGrp="1" noRot="1" noChangeAspect="1" noMove="1" noResize="1" noEditPoints="1" noAdjustHandles="1" noChangeArrowheads="1" noChangeShapeType="1"/>
          </p:cNvPicPr>
          <p:nvPr/>
        </p:nvPicPr>
        <p:blipFill>
          <a:blip r:embed="rId7"/>
          <a:stretch/>
        </p:blipFill>
        <p:spPr bwMode="auto">
          <a:xfrm>
            <a:off x="8089900" y="2133771"/>
            <a:ext cx="3048000" cy="1714500"/>
          </a:xfrm>
          <a:prstGeom prst="rect">
            <a:avLst/>
          </a:prstGeom>
          <a:ln w="3175">
            <a:solidFill>
              <a:prstClr val="ltGray"/>
            </a:solidFill>
          </a:ln>
        </p:spPr>
      </p:pic>
      <p:sp>
        <p:nvSpPr>
          <p:cNvPr id="13" name="Текст 45"/>
          <p:cNvSpPr txBox="1"/>
          <p:nvPr/>
        </p:nvSpPr>
        <p:spPr bwMode="auto">
          <a:xfrm>
            <a:off x="8089900" y="3945372"/>
            <a:ext cx="3441699" cy="1327363"/>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a:solidFill>
                  <a:schemeClr val="accent6"/>
                </a:solidFill>
              </a:rPr>
              <a:t>3. Добавьте фотографии, иллюстрации, иконки </a:t>
            </a:r>
            <a:br>
              <a:rPr lang="ru-RU">
                <a:solidFill>
                  <a:schemeClr val="accent6"/>
                </a:solidFill>
              </a:rPr>
            </a:br>
            <a:r>
              <a:rPr lang="ru-RU">
                <a:solidFill>
                  <a:schemeClr val="accent6"/>
                </a:solidFill>
              </a:rPr>
              <a:t>и специальные символы в том случае, когда это необходимо </a:t>
            </a:r>
            <a:br>
              <a:rPr lang="ru-RU">
                <a:solidFill>
                  <a:schemeClr val="accent6"/>
                </a:solidFill>
              </a:rPr>
            </a:br>
            <a:r>
              <a:rPr lang="ru-RU">
                <a:solidFill>
                  <a:schemeClr val="accent6"/>
                </a:solidFill>
              </a:rPr>
              <a:t>для более полного понимания контента.</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 name="Заголовок 10"/>
          <p:cNvSpPr>
            <a:spLocks noGrp="1"/>
          </p:cNvSpPr>
          <p:nvPr>
            <p:ph type="title"/>
          </p:nvPr>
        </p:nvSpPr>
        <p:spPr bwMode="auto">
          <a:xfrm>
            <a:off x="479425" y="597855"/>
            <a:ext cx="11229975" cy="491169"/>
          </a:xfrm>
        </p:spPr>
        <p:txBody>
          <a:bodyPr/>
          <a:lstStyle/>
          <a:p>
            <a:pPr>
              <a:defRPr/>
            </a:pPr>
            <a:r>
              <a:rPr lang="ru-RU"/>
              <a:t>Шрифт </a:t>
            </a:r>
            <a:r>
              <a:rPr lang="ru-RU">
                <a:solidFill>
                  <a:srgbClr val="FF0000"/>
                </a:solidFill>
              </a:rPr>
              <a:t>(ССЫЛКА)</a:t>
            </a:r>
            <a:endParaRPr/>
          </a:p>
        </p:txBody>
      </p:sp>
      <p:sp>
        <p:nvSpPr>
          <p:cNvPr id="13" name="Текст 12"/>
          <p:cNvSpPr>
            <a:spLocks noGrp="1"/>
          </p:cNvSpPr>
          <p:nvPr>
            <p:ph type="body" sz="quarter" idx="14"/>
          </p:nvPr>
        </p:nvSpPr>
        <p:spPr bwMode="auto">
          <a:xfrm>
            <a:off x="479423" y="1717675"/>
            <a:ext cx="5505450" cy="453069"/>
          </a:xfrm>
        </p:spPr>
        <p:txBody>
          <a:bodyPr/>
          <a:lstStyle/>
          <a:p>
            <a:pPr>
              <a:defRPr/>
            </a:pPr>
            <a:r>
              <a:rPr lang="en-US" sz="2000"/>
              <a:t>MONTSERRAT</a:t>
            </a:r>
            <a:endParaRPr lang="ru-RU"/>
          </a:p>
          <a:p>
            <a:pPr>
              <a:defRPr/>
            </a:pPr>
            <a:endParaRPr lang="ru-RU"/>
          </a:p>
        </p:txBody>
      </p:sp>
      <p:sp>
        <p:nvSpPr>
          <p:cNvPr id="14" name="Текст 13"/>
          <p:cNvSpPr>
            <a:spLocks noGrp="1"/>
          </p:cNvSpPr>
          <p:nvPr>
            <p:ph type="body" sz="quarter" idx="17"/>
          </p:nvPr>
        </p:nvSpPr>
        <p:spPr bwMode="auto">
          <a:xfrm>
            <a:off x="479423" y="2170744"/>
            <a:ext cx="5505450" cy="4015705"/>
          </a:xfrm>
        </p:spPr>
        <p:txBody>
          <a:bodyPr>
            <a:normAutofit/>
          </a:bodyPr>
          <a:lstStyle/>
          <a:p>
            <a:pPr marL="342900" indent="-342900">
              <a:lnSpc>
                <a:spcPct val="100000"/>
              </a:lnSpc>
              <a:buFontTx/>
              <a:buAutoNum type="arabicPeriod"/>
              <a:defRPr/>
            </a:pPr>
            <a:r>
              <a:rPr lang="ru-RU">
                <a:solidFill>
                  <a:schemeClr val="accent6"/>
                </a:solidFill>
              </a:rPr>
              <a:t>Используйте данный шрифт везде на слайдах (</a:t>
            </a:r>
            <a:r>
              <a:rPr lang="en-US">
                <a:solidFill>
                  <a:schemeClr val="accent6"/>
                </a:solidFill>
              </a:rPr>
              <a:t>MONTSERRAT</a:t>
            </a:r>
            <a:r>
              <a:rPr lang="ru-RU">
                <a:solidFill>
                  <a:schemeClr val="accent6"/>
                </a:solidFill>
              </a:rPr>
              <a:t>).</a:t>
            </a:r>
            <a:endParaRPr/>
          </a:p>
          <a:p>
            <a:pPr marL="342900" indent="-342900">
              <a:lnSpc>
                <a:spcPct val="100000"/>
              </a:lnSpc>
              <a:buAutoNum type="arabicPeriod"/>
              <a:defRPr/>
            </a:pPr>
            <a:r>
              <a:rPr lang="ru-RU">
                <a:solidFill>
                  <a:schemeClr val="accent6"/>
                </a:solidFill>
              </a:rPr>
              <a:t>Рекомендуется использовать толщину: Bold, SemiBold, ExtraBold. </a:t>
            </a:r>
            <a:endParaRPr/>
          </a:p>
          <a:p>
            <a:pPr marL="342900" indent="-342900">
              <a:lnSpc>
                <a:spcPct val="100000"/>
              </a:lnSpc>
              <a:buAutoNum type="arabicPeriod"/>
              <a:defRPr/>
            </a:pPr>
            <a:r>
              <a:rPr lang="ru-RU">
                <a:solidFill>
                  <a:schemeClr val="accent6"/>
                </a:solidFill>
              </a:rPr>
              <a:t>Допускается использование другой толщины, </a:t>
            </a:r>
            <a:br>
              <a:rPr lang="ru-RU">
                <a:solidFill>
                  <a:schemeClr val="accent6"/>
                </a:solidFill>
              </a:rPr>
            </a:br>
            <a:r>
              <a:rPr lang="ru-RU">
                <a:solidFill>
                  <a:schemeClr val="accent6"/>
                </a:solidFill>
              </a:rPr>
              <a:t>в качестве дизайнерской идеи, но не как основного текста.</a:t>
            </a:r>
            <a:endParaRPr/>
          </a:p>
          <a:p>
            <a:pPr marL="342900" indent="-342900">
              <a:lnSpc>
                <a:spcPct val="100000"/>
              </a:lnSpc>
              <a:buAutoNum type="arabicPeriod"/>
              <a:defRPr/>
            </a:pPr>
            <a:r>
              <a:rPr lang="ru-RU">
                <a:solidFill>
                  <a:schemeClr val="accent6"/>
                </a:solidFill>
              </a:rPr>
              <a:t>Допускается использование толщины Black </a:t>
            </a:r>
            <a:br>
              <a:rPr lang="ru-RU">
                <a:solidFill>
                  <a:schemeClr val="accent6"/>
                </a:solidFill>
              </a:rPr>
            </a:br>
            <a:r>
              <a:rPr lang="ru-RU">
                <a:solidFill>
                  <a:schemeClr val="accent6"/>
                </a:solidFill>
              </a:rPr>
              <a:t>в качестве дизайнерской идеи, но не как основного текста.</a:t>
            </a:r>
            <a:endParaRPr/>
          </a:p>
          <a:p>
            <a:pPr marL="342900" indent="-342900">
              <a:lnSpc>
                <a:spcPct val="100000"/>
              </a:lnSpc>
              <a:buAutoNum type="arabicPeriod"/>
              <a:defRPr/>
            </a:pPr>
            <a:r>
              <a:rPr lang="ru-RU">
                <a:solidFill>
                  <a:schemeClr val="accent6"/>
                </a:solidFill>
              </a:rPr>
              <a:t>Кегль шрифта:</a:t>
            </a:r>
            <a:br>
              <a:rPr lang="ru-RU">
                <a:solidFill>
                  <a:schemeClr val="accent6"/>
                </a:solidFill>
              </a:rPr>
            </a:br>
            <a:r>
              <a:rPr lang="ru-RU">
                <a:solidFill>
                  <a:schemeClr val="accent6"/>
                </a:solidFill>
              </a:rPr>
              <a:t>Название презентации: 40</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Заголовок: </a:t>
            </a:r>
            <a:r>
              <a:rPr lang="en-US">
                <a:solidFill>
                  <a:schemeClr val="accent6"/>
                </a:solidFill>
              </a:rPr>
              <a:t>32pt</a:t>
            </a:r>
            <a:r>
              <a:rPr lang="ru-RU">
                <a:solidFill>
                  <a:schemeClr val="accent6"/>
                </a:solidFill>
              </a:rPr>
              <a:t>;</a:t>
            </a:r>
            <a:br>
              <a:rPr lang="ru-RU">
                <a:solidFill>
                  <a:schemeClr val="accent6"/>
                </a:solidFill>
              </a:rPr>
            </a:br>
            <a:r>
              <a:rPr lang="ru-RU">
                <a:solidFill>
                  <a:schemeClr val="accent6"/>
                </a:solidFill>
              </a:rPr>
              <a:t>Подзаголовок: 24</a:t>
            </a:r>
            <a:r>
              <a:rPr lang="en-US">
                <a:solidFill>
                  <a:schemeClr val="accent6"/>
                </a:solidFill>
              </a:rPr>
              <a:t>pt</a:t>
            </a:r>
            <a:r>
              <a:rPr lang="ru-RU">
                <a:solidFill>
                  <a:schemeClr val="accent6"/>
                </a:solidFill>
              </a:rPr>
              <a:t>, 20</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Основной текст: 14</a:t>
            </a:r>
            <a:r>
              <a:rPr lang="en-US">
                <a:solidFill>
                  <a:schemeClr val="accent6"/>
                </a:solidFill>
              </a:rPr>
              <a:t>pt</a:t>
            </a:r>
            <a:r>
              <a:rPr lang="ru-RU">
                <a:solidFill>
                  <a:schemeClr val="accent6"/>
                </a:solidFill>
              </a:rPr>
              <a:t>, 16</a:t>
            </a:r>
            <a:r>
              <a:rPr lang="en-US">
                <a:solidFill>
                  <a:schemeClr val="accent6"/>
                </a:solidFill>
              </a:rPr>
              <a:t>pt</a:t>
            </a:r>
            <a:r>
              <a:rPr lang="ru-RU">
                <a:solidFill>
                  <a:schemeClr val="accent6"/>
                </a:solidFill>
              </a:rPr>
              <a:t>, 24 </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Колонтитулы, пояснительная информация</a:t>
            </a:r>
            <a:r>
              <a:rPr lang="ru-RU">
                <a:solidFill>
                  <a:schemeClr val="accent6"/>
                </a:solidFill>
              </a:rPr>
              <a:t>: </a:t>
            </a:r>
            <a:r>
              <a:rPr lang="ru-RU" sz="1400">
                <a:solidFill>
                  <a:schemeClr val="accent6"/>
                </a:solidFill>
              </a:rPr>
              <a:t>12</a:t>
            </a:r>
            <a:r>
              <a:rPr lang="en-US">
                <a:solidFill>
                  <a:schemeClr val="accent6"/>
                </a:solidFill>
              </a:rPr>
              <a:t>pt</a:t>
            </a:r>
            <a:r>
              <a:rPr lang="ru-RU">
                <a:solidFill>
                  <a:schemeClr val="accent6"/>
                </a:solidFill>
              </a:rPr>
              <a:t>, 14</a:t>
            </a:r>
            <a:r>
              <a:rPr lang="en-US">
                <a:solidFill>
                  <a:schemeClr val="accent6"/>
                </a:solidFill>
              </a:rPr>
              <a:t>pt</a:t>
            </a:r>
            <a:r>
              <a:rPr lang="ru-RU">
                <a:solidFill>
                  <a:schemeClr val="accent6"/>
                </a:solidFill>
              </a:rPr>
              <a:t>. </a:t>
            </a:r>
            <a:endParaRPr lang="ru-RU" sz="1400">
              <a:solidFill>
                <a:schemeClr val="accent6"/>
              </a:solidFill>
            </a:endParaRPr>
          </a:p>
        </p:txBody>
      </p:sp>
      <p:sp>
        <p:nvSpPr>
          <p:cNvPr id="15" name="Текст 14"/>
          <p:cNvSpPr>
            <a:spLocks noGrp="1"/>
          </p:cNvSpPr>
          <p:nvPr>
            <p:ph type="body" sz="quarter" idx="18"/>
          </p:nvPr>
        </p:nvSpPr>
        <p:spPr bwMode="auto">
          <a:xfrm>
            <a:off x="479425" y="6319798"/>
            <a:ext cx="11229974" cy="264160"/>
          </a:xfrm>
        </p:spPr>
        <p:txBody>
          <a:body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21" name="TextBox 20"/>
          <p:cNvSpPr txBox="1"/>
          <p:nvPr/>
        </p:nvSpPr>
        <p:spPr bwMode="auto">
          <a:xfrm>
            <a:off x="6132511" y="1683990"/>
            <a:ext cx="5576887" cy="707886"/>
          </a:xfrm>
          <a:prstGeom prst="rect">
            <a:avLst/>
          </a:prstGeom>
          <a:noFill/>
        </p:spPr>
        <p:txBody>
          <a:bodyPr wrap="square">
            <a:spAutoFit/>
          </a:bodyPr>
          <a:lstStyle/>
          <a:p>
            <a:pPr algn="l">
              <a:defRPr/>
            </a:pPr>
            <a:r>
              <a:rPr lang="ru-RU" sz="2000">
                <a:latin typeface="Montserrat SemiBold"/>
              </a:rPr>
              <a:t>Как установить шрифт </a:t>
            </a:r>
            <a:br>
              <a:rPr lang="ru-RU" sz="2000">
                <a:latin typeface="Montserrat SemiBold"/>
              </a:rPr>
            </a:br>
            <a:r>
              <a:rPr lang="ru-RU" sz="2000">
                <a:latin typeface="Montserrat SemiBold"/>
              </a:rPr>
              <a:t>на компьютер</a:t>
            </a:r>
            <a:endParaRPr/>
          </a:p>
        </p:txBody>
      </p:sp>
      <p:sp>
        <p:nvSpPr>
          <p:cNvPr id="22" name="Текст 13"/>
          <p:cNvSpPr txBox="1"/>
          <p:nvPr/>
        </p:nvSpPr>
        <p:spPr bwMode="auto">
          <a:xfrm>
            <a:off x="6132513" y="2391877"/>
            <a:ext cx="5580064" cy="4364524"/>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42900" indent="-342900">
              <a:lnSpc>
                <a:spcPct val="100000"/>
              </a:lnSpc>
              <a:buFontTx/>
              <a:buAutoNum type="arabicPeriod"/>
              <a:defRPr/>
            </a:pPr>
            <a:r>
              <a:rPr lang="ru-RU">
                <a:solidFill>
                  <a:schemeClr val="accent6"/>
                </a:solidFill>
              </a:rPr>
              <a:t>Скачать шрифт на компьютер.</a:t>
            </a:r>
            <a:endParaRPr lang="ru-RU">
              <a:solidFill>
                <a:srgbClr val="FF0000"/>
              </a:solidFill>
            </a:endParaRPr>
          </a:p>
          <a:p>
            <a:pPr marL="342900" indent="-342900">
              <a:lnSpc>
                <a:spcPct val="100000"/>
              </a:lnSpc>
              <a:buFontTx/>
              <a:buAutoNum type="arabicPeriod"/>
              <a:defRPr/>
            </a:pPr>
            <a:r>
              <a:rPr lang="ru-RU">
                <a:solidFill>
                  <a:schemeClr val="accent6"/>
                </a:solidFill>
              </a:rPr>
              <a:t>Скачанный на компьютер шрифт легко установить прямо из папки с загрузками, не открывая файл. Достаточно кликнуть по нему правой кнопкой мыши и выбрать пункт «Установить».</a:t>
            </a:r>
            <a:endParaRPr/>
          </a:p>
          <a:p>
            <a:pPr marL="342900" indent="-342900">
              <a:lnSpc>
                <a:spcPct val="100000"/>
              </a:lnSpc>
              <a:buFontTx/>
              <a:buAutoNum type="arabicPeriod"/>
              <a:defRPr/>
            </a:pPr>
            <a:r>
              <a:rPr lang="ru-RU">
                <a:solidFill>
                  <a:schemeClr val="accent6"/>
                </a:solidFill>
              </a:rPr>
              <a:t>Также это можно сделать, открыв шрифт. </a:t>
            </a:r>
            <a:br>
              <a:rPr lang="ru-RU">
                <a:solidFill>
                  <a:schemeClr val="accent6"/>
                </a:solidFill>
              </a:rPr>
            </a:br>
            <a:r>
              <a:rPr lang="ru-RU">
                <a:solidFill>
                  <a:schemeClr val="accent6"/>
                </a:solidFill>
              </a:rPr>
              <a:t>Он отобразится в виде отдельного окна с примерами фраз - можно сразу оценить, как они будут выглядеть в текстовом редакторе и при печати. </a:t>
            </a:r>
            <a:br>
              <a:rPr lang="ru-RU">
                <a:solidFill>
                  <a:schemeClr val="accent6"/>
                </a:solidFill>
              </a:rPr>
            </a:br>
            <a:r>
              <a:rPr lang="ru-RU">
                <a:solidFill>
                  <a:schemeClr val="accent6"/>
                </a:solidFill>
              </a:rPr>
              <a:t>В левом верхнем углу будет кнопка «Установить» — кликните на нее, и за пару секунд шрифт пропишется в системе.</a:t>
            </a:r>
            <a:endParaRPr/>
          </a:p>
          <a:p>
            <a:pPr indent="361950">
              <a:lnSpc>
                <a:spcPct val="100000"/>
              </a:lnSpc>
              <a:defRPr/>
            </a:pPr>
            <a:r>
              <a:rPr lang="ru-RU" sz="1200" i="1">
                <a:solidFill>
                  <a:schemeClr val="accent6"/>
                </a:solidFill>
              </a:rPr>
              <a:t>После этого установленный шрифт появится во всех программах, которые позволяют работать с текстом: Word, Excel, Photoshop. Однако для отображения новых шрифтов их придется перезапустить</a:t>
            </a:r>
            <a:r>
              <a:rPr lang="ru-RU" sz="1200">
                <a:solidFill>
                  <a:schemeClr val="accent6"/>
                </a:solidFill>
              </a:rPr>
              <a:t>.</a:t>
            </a:r>
            <a:endParaRPr/>
          </a:p>
        </p:txBody>
      </p:sp>
      <p:sp>
        <p:nvSpPr>
          <p:cNvPr id="23" name="Текст 13"/>
          <p:cNvSpPr txBox="1"/>
          <p:nvPr/>
        </p:nvSpPr>
        <p:spPr bwMode="auto">
          <a:xfrm>
            <a:off x="479422" y="1211687"/>
            <a:ext cx="11233153" cy="1094741"/>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nSpc>
                <a:spcPct val="100000"/>
              </a:lnSpc>
              <a:defRPr/>
            </a:pPr>
            <a:r>
              <a:rPr lang="ru-RU"/>
              <a:t>Чтобы шрифт сохранился при открытии на другом устройстве, перед сохранением файла нужно встроить шрифт: «Файл» → «Параметры» → «Сохранение» → «Внедрить шрифты в файл».</a:t>
            </a:r>
            <a:endParaRPr/>
          </a:p>
        </p:txBody>
      </p:sp>
      <p:sp>
        <p:nvSpPr>
          <p:cNvPr id="24"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Цветовая палитра </a:t>
            </a:r>
            <a:br>
              <a:rPr lang="ru-RU"/>
            </a:br>
            <a:r>
              <a:rPr lang="en-US" sz="2000"/>
              <a:t>HEX -</a:t>
            </a:r>
            <a:r>
              <a:rPr lang="ru-RU" sz="2000"/>
              <a:t> шестнадцатеричный формат; </a:t>
            </a:r>
            <a:r>
              <a:rPr lang="en-US" sz="2000"/>
              <a:t>#</a:t>
            </a:r>
            <a:r>
              <a:rPr lang="ru-RU" sz="2000"/>
              <a:t>123456</a:t>
            </a:r>
            <a:endParaRPr lang="ru-RU"/>
          </a:p>
        </p:txBody>
      </p:sp>
      <p:grpSp>
        <p:nvGrpSpPr>
          <p:cNvPr id="3" name="Группа 2"/>
          <p:cNvGrpSpPr/>
          <p:nvPr/>
        </p:nvGrpSpPr>
        <p:grpSpPr bwMode="auto">
          <a:xfrm>
            <a:off x="6298721" y="2114271"/>
            <a:ext cx="5126728" cy="3873830"/>
            <a:chOff x="9080815" y="5392086"/>
            <a:chExt cx="6530660" cy="4934660"/>
          </a:xfrm>
        </p:grpSpPr>
        <p:sp>
          <p:nvSpPr>
            <p:cNvPr id="4" name="Oval 5"/>
            <p:cNvSpPr/>
            <p:nvPr/>
          </p:nvSpPr>
          <p:spPr bwMode="auto">
            <a:xfrm>
              <a:off x="9085176" y="5419493"/>
              <a:ext cx="1126527" cy="1126527"/>
            </a:xfrm>
            <a:prstGeom prst="ellipse">
              <a:avLst/>
            </a:prstGeom>
            <a:solidFill>
              <a:schemeClr val="accent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800" b="1">
                  <a:latin typeface="Montserrat"/>
                </a:rPr>
                <a:t>00000</a:t>
              </a:r>
              <a:r>
                <a:rPr lang="ru-RU" sz="800" b="1">
                  <a:latin typeface="Montserrat"/>
                </a:rPr>
                <a:t>0</a:t>
              </a:r>
              <a:endParaRPr sz="800" b="1">
                <a:latin typeface="Montserrat"/>
              </a:endParaRPr>
            </a:p>
          </p:txBody>
        </p:sp>
        <p:sp>
          <p:nvSpPr>
            <p:cNvPr id="5" name="Oval 20"/>
            <p:cNvSpPr/>
            <p:nvPr/>
          </p:nvSpPr>
          <p:spPr bwMode="auto">
            <a:xfrm>
              <a:off x="10435119" y="5392086"/>
              <a:ext cx="1126527" cy="1126527"/>
            </a:xfrm>
            <a:prstGeom prst="ellipse">
              <a:avLst/>
            </a:prstGeom>
            <a:solidFill>
              <a:srgbClr val="24184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24184E</a:t>
              </a:r>
              <a:endParaRPr sz="800" b="1">
                <a:latin typeface="Montserrat"/>
              </a:endParaRPr>
            </a:p>
          </p:txBody>
        </p:sp>
        <p:sp>
          <p:nvSpPr>
            <p:cNvPr id="6" name="Oval 22"/>
            <p:cNvSpPr/>
            <p:nvPr/>
          </p:nvSpPr>
          <p:spPr bwMode="auto">
            <a:xfrm>
              <a:off x="11785062" y="5392086"/>
              <a:ext cx="1126527" cy="1126527"/>
            </a:xfrm>
            <a:prstGeom prst="ellipse">
              <a:avLst/>
            </a:prstGeom>
            <a:solidFill>
              <a:srgbClr val="37257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800" b="1">
                  <a:latin typeface="Montserrat"/>
                </a:rPr>
                <a:t>372579</a:t>
              </a:r>
              <a:endParaRPr sz="800" b="1">
                <a:latin typeface="Montserrat"/>
              </a:endParaRPr>
            </a:p>
          </p:txBody>
        </p:sp>
        <p:sp>
          <p:nvSpPr>
            <p:cNvPr id="7" name="Oval 23"/>
            <p:cNvSpPr/>
            <p:nvPr/>
          </p:nvSpPr>
          <p:spPr bwMode="auto">
            <a:xfrm>
              <a:off x="13135005" y="5392086"/>
              <a:ext cx="1126527" cy="1126527"/>
            </a:xfrm>
            <a:prstGeom prst="ellipse">
              <a:avLst/>
            </a:prstGeom>
            <a:solidFill>
              <a:srgbClr val="47309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47309C</a:t>
              </a:r>
              <a:endParaRPr sz="800" b="1">
                <a:latin typeface="Montserrat"/>
              </a:endParaRPr>
            </a:p>
          </p:txBody>
        </p:sp>
        <p:sp>
          <p:nvSpPr>
            <p:cNvPr id="8" name="Oval 26"/>
            <p:cNvSpPr/>
            <p:nvPr/>
          </p:nvSpPr>
          <p:spPr bwMode="auto">
            <a:xfrm>
              <a:off x="14484948" y="5392086"/>
              <a:ext cx="1126527" cy="1126527"/>
            </a:xfrm>
            <a:prstGeom prst="ellipse">
              <a:avLst/>
            </a:prstGeom>
            <a:solidFill>
              <a:srgbClr val="76218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800" b="1">
                  <a:latin typeface="Montserrat"/>
                </a:rPr>
                <a:t>762181</a:t>
              </a:r>
              <a:endParaRPr/>
            </a:p>
          </p:txBody>
        </p:sp>
        <p:sp>
          <p:nvSpPr>
            <p:cNvPr id="9" name="Oval 29"/>
            <p:cNvSpPr/>
            <p:nvPr/>
          </p:nvSpPr>
          <p:spPr bwMode="auto">
            <a:xfrm>
              <a:off x="9085176" y="6672246"/>
              <a:ext cx="1126527" cy="1126527"/>
            </a:xfrm>
            <a:prstGeom prst="ellipse">
              <a:avLst/>
            </a:prstGeom>
            <a:solidFill>
              <a:srgbClr val="802582"/>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800" b="1">
                  <a:latin typeface="Montserrat"/>
                </a:rPr>
                <a:t>802582</a:t>
              </a:r>
              <a:endParaRPr/>
            </a:p>
          </p:txBody>
        </p:sp>
        <p:sp>
          <p:nvSpPr>
            <p:cNvPr id="10" name="Oval 33"/>
            <p:cNvSpPr/>
            <p:nvPr/>
          </p:nvSpPr>
          <p:spPr bwMode="auto">
            <a:xfrm>
              <a:off x="10435119" y="6652995"/>
              <a:ext cx="1126527" cy="1126527"/>
            </a:xfrm>
            <a:prstGeom prst="ellipse">
              <a:avLst/>
            </a:prstGeom>
            <a:solidFill>
              <a:srgbClr val="942C8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942C80</a:t>
              </a:r>
              <a:endParaRPr sz="800" b="1">
                <a:latin typeface="Montserrat"/>
              </a:endParaRPr>
            </a:p>
          </p:txBody>
        </p:sp>
        <p:sp>
          <p:nvSpPr>
            <p:cNvPr id="11" name="Oval 34"/>
            <p:cNvSpPr/>
            <p:nvPr/>
          </p:nvSpPr>
          <p:spPr bwMode="auto">
            <a:xfrm>
              <a:off x="11785062" y="6652995"/>
              <a:ext cx="1126527" cy="1126527"/>
            </a:xfrm>
            <a:prstGeom prst="ellipse">
              <a:avLst/>
            </a:prstGeom>
            <a:solidFill>
              <a:srgbClr val="AB337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C03A76</a:t>
              </a:r>
              <a:endParaRPr sz="800" b="1">
                <a:latin typeface="Montserrat"/>
              </a:endParaRPr>
            </a:p>
          </p:txBody>
        </p:sp>
        <p:sp>
          <p:nvSpPr>
            <p:cNvPr id="12" name="Oval 35"/>
            <p:cNvSpPr/>
            <p:nvPr/>
          </p:nvSpPr>
          <p:spPr bwMode="auto">
            <a:xfrm>
              <a:off x="13135005" y="6652995"/>
              <a:ext cx="1126527" cy="1126527"/>
            </a:xfrm>
            <a:prstGeom prst="ellipse">
              <a:avLst/>
            </a:prstGeom>
            <a:solidFill>
              <a:srgbClr val="D6456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latin typeface="Montserrat"/>
                </a:rPr>
                <a:t>D6456C</a:t>
              </a:r>
              <a:endParaRPr sz="800" b="1">
                <a:latin typeface="Montserrat"/>
              </a:endParaRPr>
            </a:p>
          </p:txBody>
        </p:sp>
        <p:sp>
          <p:nvSpPr>
            <p:cNvPr id="13" name="Oval 36"/>
            <p:cNvSpPr/>
            <p:nvPr/>
          </p:nvSpPr>
          <p:spPr bwMode="auto">
            <a:xfrm>
              <a:off x="14484948" y="6652995"/>
              <a:ext cx="1126527" cy="1126527"/>
            </a:xfrm>
            <a:prstGeom prst="ellipse">
              <a:avLst/>
            </a:prstGeom>
            <a:solidFill>
              <a:srgbClr val="E85362"/>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dirty="0">
                  <a:latin typeface="Montserrat"/>
                </a:rPr>
                <a:t>E85362</a:t>
              </a:r>
              <a:endParaRPr sz="800" b="1" dirty="0">
                <a:latin typeface="Montserrat"/>
              </a:endParaRPr>
            </a:p>
          </p:txBody>
        </p:sp>
        <p:sp>
          <p:nvSpPr>
            <p:cNvPr id="14" name="Oval 37"/>
            <p:cNvSpPr/>
            <p:nvPr/>
          </p:nvSpPr>
          <p:spPr bwMode="auto">
            <a:xfrm>
              <a:off x="9085176" y="7913905"/>
              <a:ext cx="1126527" cy="1126527"/>
            </a:xfrm>
            <a:prstGeom prst="ellipse">
              <a:avLst/>
            </a:prstGeom>
            <a:solidFill>
              <a:srgbClr val="F4695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F4695C</a:t>
              </a:r>
              <a:endParaRPr sz="800" b="1">
                <a:solidFill>
                  <a:srgbClr val="372579"/>
                </a:solidFill>
                <a:latin typeface="Montserrat"/>
              </a:endParaRPr>
            </a:p>
          </p:txBody>
        </p:sp>
        <p:sp>
          <p:nvSpPr>
            <p:cNvPr id="15" name="Oval 38"/>
            <p:cNvSpPr/>
            <p:nvPr/>
          </p:nvSpPr>
          <p:spPr bwMode="auto">
            <a:xfrm>
              <a:off x="10435119" y="7913905"/>
              <a:ext cx="1126527" cy="1126527"/>
            </a:xfrm>
            <a:prstGeom prst="ellipse">
              <a:avLst/>
            </a:prstGeom>
            <a:solidFill>
              <a:srgbClr val="FA815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FA815F</a:t>
              </a:r>
              <a:endParaRPr sz="800" b="1">
                <a:solidFill>
                  <a:srgbClr val="372579"/>
                </a:solidFill>
                <a:latin typeface="Montserrat"/>
              </a:endParaRPr>
            </a:p>
          </p:txBody>
        </p:sp>
        <p:sp>
          <p:nvSpPr>
            <p:cNvPr id="16" name="Oval 39"/>
            <p:cNvSpPr/>
            <p:nvPr/>
          </p:nvSpPr>
          <p:spPr bwMode="auto">
            <a:xfrm>
              <a:off x="11785062" y="7913905"/>
              <a:ext cx="1126527" cy="1126527"/>
            </a:xfrm>
            <a:prstGeom prst="ellipse">
              <a:avLst/>
            </a:prstGeom>
            <a:solidFill>
              <a:srgbClr val="FD9B6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FD9B6B</a:t>
              </a:r>
              <a:endParaRPr sz="800" b="1">
                <a:solidFill>
                  <a:srgbClr val="372579"/>
                </a:solidFill>
                <a:latin typeface="Montserrat"/>
              </a:endParaRPr>
            </a:p>
          </p:txBody>
        </p:sp>
        <p:sp>
          <p:nvSpPr>
            <p:cNvPr id="17" name="Oval 40"/>
            <p:cNvSpPr/>
            <p:nvPr/>
          </p:nvSpPr>
          <p:spPr bwMode="auto">
            <a:xfrm>
              <a:off x="13135005" y="7913905"/>
              <a:ext cx="1126527" cy="1126527"/>
            </a:xfrm>
            <a:prstGeom prst="ellipse">
              <a:avLst/>
            </a:prstGeom>
            <a:solidFill>
              <a:srgbClr val="FEB47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FEB47B</a:t>
              </a:r>
              <a:endParaRPr sz="800" b="1">
                <a:solidFill>
                  <a:srgbClr val="372579"/>
                </a:solidFill>
                <a:latin typeface="Montserrat"/>
              </a:endParaRPr>
            </a:p>
          </p:txBody>
        </p:sp>
        <p:sp>
          <p:nvSpPr>
            <p:cNvPr id="18" name="Oval 41"/>
            <p:cNvSpPr/>
            <p:nvPr/>
          </p:nvSpPr>
          <p:spPr bwMode="auto">
            <a:xfrm>
              <a:off x="14484948" y="7913905"/>
              <a:ext cx="1126527" cy="1126527"/>
            </a:xfrm>
            <a:prstGeom prst="ellipse">
              <a:avLst/>
            </a:prstGeom>
            <a:solidFill>
              <a:srgbClr val="FECD9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FECD90</a:t>
              </a:r>
              <a:endParaRPr sz="800" b="1">
                <a:solidFill>
                  <a:srgbClr val="372579"/>
                </a:solidFill>
                <a:latin typeface="Montserrat"/>
              </a:endParaRPr>
            </a:p>
          </p:txBody>
        </p:sp>
        <p:sp>
          <p:nvSpPr>
            <p:cNvPr id="19" name="Oval 42"/>
            <p:cNvSpPr/>
            <p:nvPr/>
          </p:nvSpPr>
          <p:spPr bwMode="auto">
            <a:xfrm>
              <a:off x="14477174" y="9180374"/>
              <a:ext cx="1126527" cy="1126527"/>
            </a:xfrm>
            <a:prstGeom prst="ellipse">
              <a:avLst/>
            </a:prstGeom>
            <a:solidFill>
              <a:srgbClr val="FEED0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FEED01</a:t>
              </a:r>
              <a:endParaRPr sz="800" b="1">
                <a:solidFill>
                  <a:srgbClr val="372579"/>
                </a:solidFill>
                <a:latin typeface="Montserrat"/>
              </a:endParaRPr>
            </a:p>
          </p:txBody>
        </p:sp>
        <p:sp>
          <p:nvSpPr>
            <p:cNvPr id="20" name="Oval 43"/>
            <p:cNvSpPr/>
            <p:nvPr/>
          </p:nvSpPr>
          <p:spPr bwMode="auto">
            <a:xfrm>
              <a:off x="13128852" y="9192810"/>
              <a:ext cx="1126527" cy="1126526"/>
            </a:xfrm>
            <a:prstGeom prst="ellipse">
              <a:avLst/>
            </a:prstGeom>
            <a:solidFill>
              <a:srgbClr val="FEF13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FEF134</a:t>
              </a:r>
              <a:endParaRPr sz="800" b="1">
                <a:solidFill>
                  <a:srgbClr val="372579"/>
                </a:solidFill>
                <a:latin typeface="Montserrat"/>
              </a:endParaRPr>
            </a:p>
          </p:txBody>
        </p:sp>
        <p:sp>
          <p:nvSpPr>
            <p:cNvPr id="21" name="Oval 44"/>
            <p:cNvSpPr/>
            <p:nvPr/>
          </p:nvSpPr>
          <p:spPr bwMode="auto">
            <a:xfrm>
              <a:off x="11785062" y="9194065"/>
              <a:ext cx="1126527" cy="1126527"/>
            </a:xfrm>
            <a:prstGeom prst="ellipse">
              <a:avLst/>
            </a:prstGeom>
            <a:solidFill>
              <a:srgbClr val="FEF46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FEF467</a:t>
              </a:r>
              <a:endParaRPr sz="800" b="1">
                <a:solidFill>
                  <a:srgbClr val="372579"/>
                </a:solidFill>
                <a:latin typeface="Montserrat"/>
              </a:endParaRPr>
            </a:p>
          </p:txBody>
        </p:sp>
        <p:sp>
          <p:nvSpPr>
            <p:cNvPr id="22" name="Oval 45"/>
            <p:cNvSpPr/>
            <p:nvPr/>
          </p:nvSpPr>
          <p:spPr bwMode="auto">
            <a:xfrm>
              <a:off x="10428964" y="9187910"/>
              <a:ext cx="1138835" cy="1138836"/>
            </a:xfrm>
            <a:prstGeom prst="ellipse">
              <a:avLst/>
            </a:prstGeom>
            <a:solidFill>
              <a:srgbClr val="FCFDB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FCFDBF</a:t>
              </a:r>
              <a:endParaRPr sz="800" b="1">
                <a:solidFill>
                  <a:srgbClr val="372579"/>
                </a:solidFill>
                <a:latin typeface="Montserrat"/>
              </a:endParaRPr>
            </a:p>
          </p:txBody>
        </p:sp>
        <p:sp>
          <p:nvSpPr>
            <p:cNvPr id="23" name="Oval 46"/>
            <p:cNvSpPr/>
            <p:nvPr/>
          </p:nvSpPr>
          <p:spPr bwMode="auto">
            <a:xfrm>
              <a:off x="9080815" y="9194065"/>
              <a:ext cx="1126527" cy="1126527"/>
            </a:xfrm>
            <a:prstGeom prst="ellipse">
              <a:avLst/>
            </a:prstGeom>
            <a:solidFill>
              <a:srgbClr val="FDE5A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b="1">
                  <a:solidFill>
                    <a:srgbClr val="372579"/>
                  </a:solidFill>
                  <a:latin typeface="Montserrat"/>
                </a:rPr>
                <a:t>FDE5A7</a:t>
              </a:r>
              <a:endParaRPr sz="800" b="1">
                <a:solidFill>
                  <a:srgbClr val="372579"/>
                </a:solidFill>
                <a:latin typeface="Montserrat"/>
              </a:endParaRPr>
            </a:p>
          </p:txBody>
        </p:sp>
      </p:grpSp>
      <p:grpSp>
        <p:nvGrpSpPr>
          <p:cNvPr id="38" name="Группа 37"/>
          <p:cNvGrpSpPr/>
          <p:nvPr/>
        </p:nvGrpSpPr>
        <p:grpSpPr bwMode="auto">
          <a:xfrm>
            <a:off x="565270" y="4056693"/>
            <a:ext cx="5328010" cy="1934336"/>
            <a:chOff x="-816000" y="2611666"/>
            <a:chExt cx="7274713" cy="2641085"/>
          </a:xfrm>
        </p:grpSpPr>
        <p:sp>
          <p:nvSpPr>
            <p:cNvPr id="26" name="Oval 5"/>
            <p:cNvSpPr/>
            <p:nvPr/>
          </p:nvSpPr>
          <p:spPr bwMode="auto">
            <a:xfrm>
              <a:off x="-816000" y="2611666"/>
              <a:ext cx="1581726" cy="1581726"/>
            </a:xfrm>
            <a:prstGeom prst="ellipse">
              <a:avLst/>
            </a:prstGeom>
            <a:solidFill>
              <a:srgbClr val="37257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900" b="1">
                  <a:latin typeface="Montserrat"/>
                </a:rPr>
                <a:t>372579</a:t>
              </a:r>
              <a:endParaRPr/>
            </a:p>
          </p:txBody>
        </p:sp>
        <p:sp>
          <p:nvSpPr>
            <p:cNvPr id="27" name="Oval 20"/>
            <p:cNvSpPr/>
            <p:nvPr/>
          </p:nvSpPr>
          <p:spPr bwMode="auto">
            <a:xfrm>
              <a:off x="953938" y="3221278"/>
              <a:ext cx="949025" cy="949025"/>
            </a:xfrm>
            <a:prstGeom prst="ellipse">
              <a:avLst/>
            </a:prstGeom>
            <a:solidFill>
              <a:srgbClr val="2A006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2A006D</a:t>
              </a:r>
              <a:endParaRPr sz="900" b="1">
                <a:latin typeface="Montserrat"/>
              </a:endParaRPr>
            </a:p>
          </p:txBody>
        </p:sp>
        <p:sp>
          <p:nvSpPr>
            <p:cNvPr id="28" name="Oval 22"/>
            <p:cNvSpPr/>
            <p:nvPr/>
          </p:nvSpPr>
          <p:spPr bwMode="auto">
            <a:xfrm>
              <a:off x="2091177" y="3221278"/>
              <a:ext cx="949025" cy="949025"/>
            </a:xfrm>
            <a:prstGeom prst="ellipse">
              <a:avLst/>
            </a:prstGeom>
            <a:solidFill>
              <a:srgbClr val="53249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900" b="1">
                  <a:latin typeface="Montserrat"/>
                </a:rPr>
                <a:t>532494</a:t>
              </a:r>
              <a:endParaRPr sz="900" b="1">
                <a:latin typeface="Montserrat"/>
              </a:endParaRPr>
            </a:p>
          </p:txBody>
        </p:sp>
        <p:sp>
          <p:nvSpPr>
            <p:cNvPr id="29" name="Oval 23"/>
            <p:cNvSpPr/>
            <p:nvPr/>
          </p:nvSpPr>
          <p:spPr bwMode="auto">
            <a:xfrm>
              <a:off x="3228416" y="3221278"/>
              <a:ext cx="949025" cy="949025"/>
            </a:xfrm>
            <a:prstGeom prst="ellipse">
              <a:avLst/>
            </a:prstGeom>
            <a:solidFill>
              <a:srgbClr val="8C64D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8C64D8</a:t>
              </a:r>
              <a:endParaRPr sz="900" b="1">
                <a:latin typeface="Montserrat"/>
              </a:endParaRPr>
            </a:p>
          </p:txBody>
        </p:sp>
        <p:sp>
          <p:nvSpPr>
            <p:cNvPr id="30" name="Oval 29"/>
            <p:cNvSpPr/>
            <p:nvPr/>
          </p:nvSpPr>
          <p:spPr bwMode="auto">
            <a:xfrm>
              <a:off x="-183300" y="4299729"/>
              <a:ext cx="949025" cy="949025"/>
            </a:xfrm>
            <a:prstGeom prst="ellipse">
              <a:avLst/>
            </a:prstGeom>
            <a:solidFill>
              <a:srgbClr val="C7ADE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C7ADEB</a:t>
              </a:r>
              <a:endParaRPr sz="900" b="1">
                <a:latin typeface="Montserrat"/>
              </a:endParaRPr>
            </a:p>
          </p:txBody>
        </p:sp>
        <p:sp>
          <p:nvSpPr>
            <p:cNvPr id="31" name="Oval 33"/>
            <p:cNvSpPr/>
            <p:nvPr/>
          </p:nvSpPr>
          <p:spPr bwMode="auto">
            <a:xfrm>
              <a:off x="953938" y="4283511"/>
              <a:ext cx="949025" cy="949025"/>
            </a:xfrm>
            <a:prstGeom prst="ellipse">
              <a:avLst/>
            </a:prstGeom>
            <a:solidFill>
              <a:srgbClr val="E8E0F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E8E0F7</a:t>
              </a:r>
              <a:endParaRPr sz="900" b="1">
                <a:latin typeface="Montserrat"/>
              </a:endParaRPr>
            </a:p>
          </p:txBody>
        </p:sp>
        <p:sp>
          <p:nvSpPr>
            <p:cNvPr id="32" name="Oval 34"/>
            <p:cNvSpPr/>
            <p:nvPr/>
          </p:nvSpPr>
          <p:spPr bwMode="auto">
            <a:xfrm>
              <a:off x="2091177" y="4283511"/>
              <a:ext cx="949025" cy="949025"/>
            </a:xfrm>
            <a:prstGeom prst="ellipse">
              <a:avLst/>
            </a:prstGeom>
            <a:solidFill>
              <a:srgbClr val="BDB1E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BDB1E7</a:t>
              </a:r>
              <a:endParaRPr sz="900" b="1">
                <a:latin typeface="Montserrat"/>
              </a:endParaRPr>
            </a:p>
          </p:txBody>
        </p:sp>
        <p:sp>
          <p:nvSpPr>
            <p:cNvPr id="33" name="Oval 35"/>
            <p:cNvSpPr/>
            <p:nvPr/>
          </p:nvSpPr>
          <p:spPr bwMode="auto">
            <a:xfrm>
              <a:off x="3228416" y="4283511"/>
              <a:ext cx="949025" cy="949025"/>
            </a:xfrm>
            <a:prstGeom prst="ellipse">
              <a:avLst/>
            </a:prstGeom>
            <a:solidFill>
              <a:srgbClr val="9B8A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latin typeface="Montserrat"/>
                </a:rPr>
                <a:t>9B8ADB</a:t>
              </a:r>
              <a:endParaRPr sz="900" b="1">
                <a:latin typeface="Montserrat"/>
              </a:endParaRPr>
            </a:p>
          </p:txBody>
        </p:sp>
        <p:sp>
          <p:nvSpPr>
            <p:cNvPr id="34" name="Oval 37"/>
            <p:cNvSpPr/>
            <p:nvPr/>
          </p:nvSpPr>
          <p:spPr bwMode="auto">
            <a:xfrm>
              <a:off x="5509687" y="3212706"/>
              <a:ext cx="949024" cy="949026"/>
            </a:xfrm>
            <a:prstGeom prst="ellipse">
              <a:avLst/>
            </a:prstGeom>
            <a:solidFill>
              <a:srgbClr val="120C2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120C27</a:t>
              </a:r>
              <a:endParaRPr sz="900" b="1">
                <a:solidFill>
                  <a:schemeClr val="bg1"/>
                </a:solidFill>
                <a:latin typeface="Montserrat"/>
              </a:endParaRPr>
            </a:p>
          </p:txBody>
        </p:sp>
        <p:sp>
          <p:nvSpPr>
            <p:cNvPr id="35" name="Oval 38"/>
            <p:cNvSpPr/>
            <p:nvPr/>
          </p:nvSpPr>
          <p:spPr bwMode="auto">
            <a:xfrm>
              <a:off x="4364589" y="3212706"/>
              <a:ext cx="949024" cy="949026"/>
            </a:xfrm>
            <a:prstGeom prst="ellipse">
              <a:avLst/>
            </a:prstGeom>
            <a:solidFill>
              <a:srgbClr val="24184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24184E</a:t>
              </a:r>
              <a:endParaRPr sz="900" b="1">
                <a:solidFill>
                  <a:schemeClr val="bg1"/>
                </a:solidFill>
                <a:latin typeface="Montserrat"/>
              </a:endParaRPr>
            </a:p>
          </p:txBody>
        </p:sp>
        <p:sp>
          <p:nvSpPr>
            <p:cNvPr id="36" name="Oval 39"/>
            <p:cNvSpPr/>
            <p:nvPr/>
          </p:nvSpPr>
          <p:spPr bwMode="auto">
            <a:xfrm>
              <a:off x="5509687" y="4303725"/>
              <a:ext cx="949026" cy="949027"/>
            </a:xfrm>
            <a:prstGeom prst="ellipse">
              <a:avLst/>
            </a:prstGeom>
            <a:solidFill>
              <a:srgbClr val="35247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352475</a:t>
              </a:r>
              <a:endParaRPr sz="900" b="1">
                <a:solidFill>
                  <a:schemeClr val="bg1"/>
                </a:solidFill>
                <a:latin typeface="Montserrat"/>
              </a:endParaRPr>
            </a:p>
          </p:txBody>
        </p:sp>
        <p:sp>
          <p:nvSpPr>
            <p:cNvPr id="37" name="Oval 40"/>
            <p:cNvSpPr/>
            <p:nvPr/>
          </p:nvSpPr>
          <p:spPr bwMode="auto">
            <a:xfrm>
              <a:off x="4364587" y="4299729"/>
              <a:ext cx="949026" cy="949026"/>
            </a:xfrm>
            <a:prstGeom prst="ellipse">
              <a:avLst/>
            </a:prstGeom>
            <a:solidFill>
              <a:srgbClr val="47309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schemeClr val="bg1"/>
                  </a:solidFill>
                  <a:latin typeface="Montserrat"/>
                </a:rPr>
                <a:t>47309C</a:t>
              </a:r>
              <a:endParaRPr sz="900" b="1">
                <a:solidFill>
                  <a:schemeClr val="bg1"/>
                </a:solidFill>
                <a:latin typeface="Montserrat"/>
              </a:endParaRPr>
            </a:p>
          </p:txBody>
        </p:sp>
      </p:grpSp>
      <p:sp>
        <p:nvSpPr>
          <p:cNvPr id="39" name="Текст 4"/>
          <p:cNvSpPr txBox="1"/>
          <p:nvPr/>
        </p:nvSpPr>
        <p:spPr bwMode="auto">
          <a:xfrm>
            <a:off x="479425" y="1689269"/>
            <a:ext cx="5537803" cy="776163"/>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a:p>
        </p:txBody>
      </p:sp>
      <p:sp>
        <p:nvSpPr>
          <p:cNvPr id="40" name="Текст 5"/>
          <p:cNvSpPr txBox="1"/>
          <p:nvPr/>
        </p:nvSpPr>
        <p:spPr bwMode="auto">
          <a:xfrm>
            <a:off x="479424" y="1608198"/>
            <a:ext cx="5413854" cy="420450"/>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2400"/>
              <a:t>Для логотипа, основного текста</a:t>
            </a:r>
            <a:endParaRPr/>
          </a:p>
        </p:txBody>
      </p:sp>
      <p:sp>
        <p:nvSpPr>
          <p:cNvPr id="41"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
        <p:nvSpPr>
          <p:cNvPr id="42" name="Текст 42"/>
          <p:cNvSpPr txBox="1"/>
          <p:nvPr/>
        </p:nvSpPr>
        <p:spPr bwMode="auto">
          <a:xfrm>
            <a:off x="482600" y="6314803"/>
            <a:ext cx="11229974" cy="283754"/>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43" name="Текст 5"/>
          <p:cNvSpPr txBox="1"/>
          <p:nvPr/>
        </p:nvSpPr>
        <p:spPr bwMode="auto">
          <a:xfrm>
            <a:off x="479425" y="3535174"/>
            <a:ext cx="4266748" cy="420450"/>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2400"/>
              <a:t>Для основных элементов</a:t>
            </a:r>
            <a:endParaRPr/>
          </a:p>
        </p:txBody>
      </p:sp>
      <p:grpSp>
        <p:nvGrpSpPr>
          <p:cNvPr id="44" name="Группа 43"/>
          <p:cNvGrpSpPr/>
          <p:nvPr/>
        </p:nvGrpSpPr>
        <p:grpSpPr bwMode="auto">
          <a:xfrm>
            <a:off x="565150" y="2189706"/>
            <a:ext cx="2824288" cy="1158459"/>
            <a:chOff x="-816000" y="2611666"/>
            <a:chExt cx="3856202" cy="1581726"/>
          </a:xfrm>
        </p:grpSpPr>
        <p:sp>
          <p:nvSpPr>
            <p:cNvPr id="45" name="Oval 5"/>
            <p:cNvSpPr/>
            <p:nvPr/>
          </p:nvSpPr>
          <p:spPr bwMode="auto">
            <a:xfrm>
              <a:off x="-816000" y="2611666"/>
              <a:ext cx="1581726" cy="1581726"/>
            </a:xfrm>
            <a:prstGeom prst="ellipse">
              <a:avLst/>
            </a:prstGeom>
            <a:solidFill>
              <a:srgbClr val="37257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b="1">
                  <a:latin typeface="Montserrat"/>
                </a:rPr>
                <a:t>372579</a:t>
              </a:r>
              <a:endParaRPr/>
            </a:p>
          </p:txBody>
        </p:sp>
        <p:sp>
          <p:nvSpPr>
            <p:cNvPr id="46" name="Oval 20"/>
            <p:cNvSpPr/>
            <p:nvPr/>
          </p:nvSpPr>
          <p:spPr bwMode="auto">
            <a:xfrm>
              <a:off x="953938" y="3221278"/>
              <a:ext cx="949025" cy="949025"/>
            </a:xfrm>
            <a:prstGeom prst="ellipse">
              <a:avLst/>
            </a:prstGeom>
            <a:solidFill>
              <a:srgbClr val="0000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1000" b="1">
                  <a:latin typeface="Montserrat"/>
                </a:rPr>
                <a:t>000000</a:t>
              </a:r>
              <a:endParaRPr sz="1000" b="1">
                <a:latin typeface="Montserrat"/>
              </a:endParaRPr>
            </a:p>
          </p:txBody>
        </p:sp>
        <p:sp>
          <p:nvSpPr>
            <p:cNvPr id="47" name="Oval 22"/>
            <p:cNvSpPr/>
            <p:nvPr/>
          </p:nvSpPr>
          <p:spPr bwMode="auto">
            <a:xfrm>
              <a:off x="2091177" y="3221278"/>
              <a:ext cx="949025" cy="949025"/>
            </a:xfrm>
            <a:prstGeom prst="ellipse">
              <a:avLst/>
            </a:prstGeom>
            <a:solidFill>
              <a:srgbClr val="FFFFFF"/>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a:solidFill>
                    <a:schemeClr val="accent6"/>
                  </a:solidFill>
                  <a:latin typeface="Montserrat"/>
                </a:rPr>
                <a:t>FFFFFF</a:t>
              </a:r>
              <a:endParaRPr sz="1000" b="1">
                <a:solidFill>
                  <a:schemeClr val="accent6"/>
                </a:solidFill>
                <a:latin typeface="Montserrat"/>
              </a:endParaRPr>
            </a:p>
          </p:txBody>
        </p:sp>
      </p:grpSp>
      <p:sp>
        <p:nvSpPr>
          <p:cNvPr id="57" name="Текст 5"/>
          <p:cNvSpPr txBox="1"/>
          <p:nvPr/>
        </p:nvSpPr>
        <p:spPr bwMode="auto">
          <a:xfrm>
            <a:off x="6298721" y="1608198"/>
            <a:ext cx="5413854" cy="564661"/>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2400"/>
              <a:t>Для графиков, диаграмм, фигур</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479425" y="597855"/>
            <a:ext cx="11229975" cy="1718624"/>
          </a:xfrm>
        </p:spPr>
        <p:txBody>
          <a:bodyPr/>
          <a:lstStyle/>
          <a:p>
            <a:pPr>
              <a:defRPr/>
            </a:pPr>
            <a:r>
              <a:rPr lang="ru-RU" dirty="0"/>
              <a:t>Оформление </a:t>
            </a:r>
            <a:r>
              <a:rPr lang="ru-RU" dirty="0">
                <a:solidFill>
                  <a:srgbClr val="FF0000"/>
                </a:solidFill>
              </a:rPr>
              <a:t>(ССЫЛКА)</a:t>
            </a:r>
            <a:br>
              <a:rPr lang="ru-RU" dirty="0"/>
            </a:br>
            <a:r>
              <a:rPr lang="ru-RU" sz="2000" dirty="0"/>
              <a:t>Для оформления могут быть использованы фирменные иллюстрации, иконки, также могут быть использованы фотографии студентов.</a:t>
            </a:r>
            <a:br>
              <a:rPr lang="ru-RU" sz="2400" dirty="0"/>
            </a:br>
            <a:endParaRPr lang="ru-RU" dirty="0"/>
          </a:p>
        </p:txBody>
      </p:sp>
      <p:sp>
        <p:nvSpPr>
          <p:cNvPr id="39" name="Текст 4"/>
          <p:cNvSpPr txBox="1"/>
          <p:nvPr/>
        </p:nvSpPr>
        <p:spPr bwMode="auto">
          <a:xfrm>
            <a:off x="479425" y="1689269"/>
            <a:ext cx="5537803" cy="776163"/>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a:p>
        </p:txBody>
      </p:sp>
      <p:sp>
        <p:nvSpPr>
          <p:cNvPr id="41"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
        <p:nvSpPr>
          <p:cNvPr id="42" name="Текст 42"/>
          <p:cNvSpPr txBox="1"/>
          <p:nvPr/>
        </p:nvSpPr>
        <p:spPr bwMode="auto">
          <a:xfrm>
            <a:off x="482600" y="6314803"/>
            <a:ext cx="11229974" cy="283754"/>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48" name="Текст 12"/>
          <p:cNvSpPr txBox="1"/>
          <p:nvPr/>
        </p:nvSpPr>
        <p:spPr bwMode="auto">
          <a:xfrm>
            <a:off x="479423" y="1412875"/>
            <a:ext cx="11233152" cy="1052557"/>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sz="2400">
              <a:latin typeface="Montserrat SemiBold"/>
            </a:endParaRPr>
          </a:p>
        </p:txBody>
      </p:sp>
      <p:pic>
        <p:nvPicPr>
          <p:cNvPr id="89" name="Рисунок 88"/>
          <p:cNvPicPr>
            <a:picLocks noChangeAspect="1"/>
          </p:cNvPicPr>
          <p:nvPr/>
        </p:nvPicPr>
        <p:blipFill>
          <a:blip r:embed="rId2"/>
          <a:stretch/>
        </p:blipFill>
        <p:spPr bwMode="auto">
          <a:xfrm>
            <a:off x="9540208" y="1911556"/>
            <a:ext cx="2037579" cy="2037579"/>
          </a:xfrm>
          <a:prstGeom prst="rect">
            <a:avLst/>
          </a:prstGeom>
        </p:spPr>
      </p:pic>
      <p:pic>
        <p:nvPicPr>
          <p:cNvPr id="93" name="Рисунок 92"/>
          <p:cNvPicPr>
            <a:picLocks noChangeAspect="1"/>
          </p:cNvPicPr>
          <p:nvPr/>
        </p:nvPicPr>
        <p:blipFill>
          <a:blip r:embed="rId3"/>
          <a:stretch/>
        </p:blipFill>
        <p:spPr bwMode="auto">
          <a:xfrm>
            <a:off x="6521004" y="4133665"/>
            <a:ext cx="2037579" cy="2037579"/>
          </a:xfrm>
          <a:prstGeom prst="rect">
            <a:avLst/>
          </a:prstGeom>
        </p:spPr>
      </p:pic>
      <p:pic>
        <p:nvPicPr>
          <p:cNvPr id="95" name="Рисунок 94"/>
          <p:cNvPicPr>
            <a:picLocks noChangeAspect="1"/>
          </p:cNvPicPr>
          <p:nvPr/>
        </p:nvPicPr>
        <p:blipFill>
          <a:blip r:embed="rId4"/>
          <a:stretch/>
        </p:blipFill>
        <p:spPr bwMode="auto">
          <a:xfrm flipH="1">
            <a:off x="3501801" y="4133665"/>
            <a:ext cx="2037579" cy="2037579"/>
          </a:xfrm>
          <a:prstGeom prst="rect">
            <a:avLst/>
          </a:prstGeom>
        </p:spPr>
      </p:pic>
      <p:pic>
        <p:nvPicPr>
          <p:cNvPr id="97" name="Рисунок 96"/>
          <p:cNvPicPr>
            <a:picLocks noChangeAspect="1"/>
          </p:cNvPicPr>
          <p:nvPr/>
        </p:nvPicPr>
        <p:blipFill>
          <a:blip r:embed="rId5"/>
          <a:stretch/>
        </p:blipFill>
        <p:spPr bwMode="auto">
          <a:xfrm>
            <a:off x="9540208" y="4133665"/>
            <a:ext cx="2037579" cy="2037579"/>
          </a:xfrm>
          <a:prstGeom prst="rect">
            <a:avLst/>
          </a:prstGeom>
        </p:spPr>
      </p:pic>
      <p:pic>
        <p:nvPicPr>
          <p:cNvPr id="99" name="Рисунок 98"/>
          <p:cNvPicPr>
            <a:picLocks noChangeAspect="1"/>
          </p:cNvPicPr>
          <p:nvPr/>
        </p:nvPicPr>
        <p:blipFill>
          <a:blip r:embed="rId6"/>
          <a:stretch/>
        </p:blipFill>
        <p:spPr bwMode="auto">
          <a:xfrm>
            <a:off x="6519947" y="1911556"/>
            <a:ext cx="2037579" cy="2037579"/>
          </a:xfrm>
          <a:prstGeom prst="rect">
            <a:avLst/>
          </a:prstGeom>
        </p:spPr>
      </p:pic>
      <p:pic>
        <p:nvPicPr>
          <p:cNvPr id="111" name="Рисунок 110"/>
          <p:cNvPicPr>
            <a:picLocks noChangeAspect="1"/>
          </p:cNvPicPr>
          <p:nvPr/>
        </p:nvPicPr>
        <p:blipFill>
          <a:blip r:embed="rId7"/>
          <a:stretch/>
        </p:blipFill>
        <p:spPr bwMode="auto">
          <a:xfrm>
            <a:off x="3499685" y="1911556"/>
            <a:ext cx="2037579" cy="2037579"/>
          </a:xfrm>
          <a:prstGeom prst="rect">
            <a:avLst/>
          </a:prstGeom>
        </p:spPr>
      </p:pic>
      <p:pic>
        <p:nvPicPr>
          <p:cNvPr id="117" name="Рисунок 116"/>
          <p:cNvPicPr>
            <a:picLocks noChangeAspect="1"/>
          </p:cNvPicPr>
          <p:nvPr/>
        </p:nvPicPr>
        <p:blipFill>
          <a:blip r:embed="rId8"/>
          <a:stretch/>
        </p:blipFill>
        <p:spPr bwMode="auto">
          <a:xfrm>
            <a:off x="482599" y="4133665"/>
            <a:ext cx="2037578" cy="2037578"/>
          </a:xfrm>
          <a:prstGeom prst="rect">
            <a:avLst/>
          </a:prstGeom>
        </p:spPr>
      </p:pic>
      <p:pic>
        <p:nvPicPr>
          <p:cNvPr id="127" name="Рисунок 126"/>
          <p:cNvPicPr>
            <a:picLocks noChangeAspect="1"/>
          </p:cNvPicPr>
          <p:nvPr/>
        </p:nvPicPr>
        <p:blipFill>
          <a:blip r:embed="rId9"/>
          <a:stretch/>
        </p:blipFill>
        <p:spPr bwMode="auto">
          <a:xfrm>
            <a:off x="479425" y="1911556"/>
            <a:ext cx="2037577" cy="2037577"/>
          </a:xfrm>
          <a:prstGeom prst="rect">
            <a:avLst/>
          </a:prstGeom>
        </p:spPr>
      </p:pic>
      <p:pic>
        <p:nvPicPr>
          <p:cNvPr id="129" name="Рисунок 128"/>
          <p:cNvPicPr>
            <a:picLocks noChangeAspect="1"/>
          </p:cNvPicPr>
          <p:nvPr/>
        </p:nvPicPr>
        <p:blipFill>
          <a:blip r:embed="rId10"/>
          <a:stretch/>
        </p:blipFill>
        <p:spPr bwMode="auto">
          <a:xfrm>
            <a:off x="5820759" y="5487762"/>
            <a:ext cx="553005" cy="553005"/>
          </a:xfrm>
          <a:prstGeom prst="rect">
            <a:avLst/>
          </a:prstGeom>
        </p:spPr>
      </p:pic>
      <p:pic>
        <p:nvPicPr>
          <p:cNvPr id="131" name="Рисунок 130"/>
          <p:cNvPicPr>
            <a:picLocks noChangeAspect="1"/>
          </p:cNvPicPr>
          <p:nvPr/>
        </p:nvPicPr>
        <p:blipFill>
          <a:blip r:embed="rId11"/>
          <a:stretch/>
        </p:blipFill>
        <p:spPr bwMode="auto">
          <a:xfrm>
            <a:off x="8784686" y="2230654"/>
            <a:ext cx="551117" cy="501467"/>
          </a:xfrm>
          <a:prstGeom prst="rect">
            <a:avLst/>
          </a:prstGeom>
        </p:spPr>
      </p:pic>
      <p:pic>
        <p:nvPicPr>
          <p:cNvPr id="137" name="Рисунок 136"/>
          <p:cNvPicPr>
            <a:picLocks noChangeAspect="1"/>
          </p:cNvPicPr>
          <p:nvPr/>
        </p:nvPicPr>
        <p:blipFill>
          <a:blip r:embed="rId12"/>
          <a:stretch/>
        </p:blipFill>
        <p:spPr bwMode="auto">
          <a:xfrm>
            <a:off x="8779360" y="5646605"/>
            <a:ext cx="561769" cy="382187"/>
          </a:xfrm>
          <a:prstGeom prst="rect">
            <a:avLst/>
          </a:prstGeom>
        </p:spPr>
      </p:pic>
      <p:pic>
        <p:nvPicPr>
          <p:cNvPr id="139" name="Рисунок 138"/>
          <p:cNvPicPr>
            <a:picLocks noChangeAspect="1"/>
          </p:cNvPicPr>
          <p:nvPr/>
        </p:nvPicPr>
        <p:blipFill>
          <a:blip r:embed="rId13"/>
          <a:stretch/>
        </p:blipFill>
        <p:spPr bwMode="auto">
          <a:xfrm>
            <a:off x="5821703" y="3585922"/>
            <a:ext cx="551117" cy="581735"/>
          </a:xfrm>
          <a:prstGeom prst="rect">
            <a:avLst/>
          </a:prstGeom>
        </p:spPr>
      </p:pic>
      <p:pic>
        <p:nvPicPr>
          <p:cNvPr id="143" name="Рисунок 142"/>
          <p:cNvPicPr>
            <a:picLocks noChangeAspect="1"/>
          </p:cNvPicPr>
          <p:nvPr/>
        </p:nvPicPr>
        <p:blipFill>
          <a:blip r:embed="rId14"/>
          <a:stretch/>
        </p:blipFill>
        <p:spPr bwMode="auto">
          <a:xfrm>
            <a:off x="8796300" y="3631120"/>
            <a:ext cx="527889" cy="518022"/>
          </a:xfrm>
          <a:prstGeom prst="rect">
            <a:avLst/>
          </a:prstGeom>
        </p:spPr>
      </p:pic>
      <p:pic>
        <p:nvPicPr>
          <p:cNvPr id="145" name="Рисунок 144"/>
          <p:cNvPicPr>
            <a:picLocks noChangeAspect="1"/>
          </p:cNvPicPr>
          <p:nvPr/>
        </p:nvPicPr>
        <p:blipFill>
          <a:blip r:embed="rId15"/>
          <a:stretch/>
        </p:blipFill>
        <p:spPr bwMode="auto">
          <a:xfrm>
            <a:off x="5848350" y="4350284"/>
            <a:ext cx="497823" cy="468191"/>
          </a:xfrm>
          <a:prstGeom prst="rect">
            <a:avLst/>
          </a:prstGeom>
        </p:spPr>
      </p:pic>
      <p:pic>
        <p:nvPicPr>
          <p:cNvPr id="149" name="Рисунок 148"/>
          <p:cNvPicPr>
            <a:picLocks noChangeAspect="1"/>
          </p:cNvPicPr>
          <p:nvPr/>
        </p:nvPicPr>
        <p:blipFill>
          <a:blip r:embed="rId16"/>
          <a:stretch/>
        </p:blipFill>
        <p:spPr bwMode="auto">
          <a:xfrm>
            <a:off x="8812460" y="2933594"/>
            <a:ext cx="495568" cy="501467"/>
          </a:xfrm>
          <a:prstGeom prst="rect">
            <a:avLst/>
          </a:prstGeom>
        </p:spPr>
      </p:pic>
      <p:pic>
        <p:nvPicPr>
          <p:cNvPr id="151" name="Рисунок 150"/>
          <p:cNvPicPr>
            <a:picLocks noChangeAspect="1"/>
          </p:cNvPicPr>
          <p:nvPr/>
        </p:nvPicPr>
        <p:blipFill>
          <a:blip r:embed="rId17"/>
          <a:stretch/>
        </p:blipFill>
        <p:spPr bwMode="auto">
          <a:xfrm>
            <a:off x="8774494" y="4221404"/>
            <a:ext cx="571500" cy="485775"/>
          </a:xfrm>
          <a:prstGeom prst="rect">
            <a:avLst/>
          </a:prstGeom>
        </p:spPr>
      </p:pic>
      <p:pic>
        <p:nvPicPr>
          <p:cNvPr id="155" name="Рисунок 154"/>
          <p:cNvPicPr>
            <a:picLocks noChangeAspect="1"/>
          </p:cNvPicPr>
          <p:nvPr/>
        </p:nvPicPr>
        <p:blipFill>
          <a:blip r:embed="rId18"/>
          <a:stretch/>
        </p:blipFill>
        <p:spPr bwMode="auto">
          <a:xfrm>
            <a:off x="9725124" y="1471075"/>
            <a:ext cx="242951" cy="237025"/>
          </a:xfrm>
          <a:prstGeom prst="rect">
            <a:avLst/>
          </a:prstGeom>
        </p:spPr>
      </p:pic>
      <p:pic>
        <p:nvPicPr>
          <p:cNvPr id="157" name="Рисунок 156"/>
          <p:cNvPicPr>
            <a:picLocks noChangeAspect="1"/>
          </p:cNvPicPr>
          <p:nvPr/>
        </p:nvPicPr>
        <p:blipFill>
          <a:blip r:embed="rId19"/>
          <a:stretch/>
        </p:blipFill>
        <p:spPr bwMode="auto">
          <a:xfrm>
            <a:off x="8837823" y="1458306"/>
            <a:ext cx="214823" cy="262562"/>
          </a:xfrm>
          <a:prstGeom prst="rect">
            <a:avLst/>
          </a:prstGeom>
        </p:spPr>
      </p:pic>
      <p:pic>
        <p:nvPicPr>
          <p:cNvPr id="159" name="Рисунок 158"/>
          <p:cNvPicPr>
            <a:picLocks noChangeAspect="1"/>
          </p:cNvPicPr>
          <p:nvPr/>
        </p:nvPicPr>
        <p:blipFill>
          <a:blip r:embed="rId20"/>
          <a:stretch/>
        </p:blipFill>
        <p:spPr bwMode="auto">
          <a:xfrm>
            <a:off x="5883058" y="5001102"/>
            <a:ext cx="428407" cy="304030"/>
          </a:xfrm>
          <a:prstGeom prst="rect">
            <a:avLst/>
          </a:prstGeom>
        </p:spPr>
      </p:pic>
      <p:pic>
        <p:nvPicPr>
          <p:cNvPr id="161" name="Рисунок 160"/>
          <p:cNvPicPr>
            <a:picLocks noChangeAspect="1"/>
          </p:cNvPicPr>
          <p:nvPr/>
        </p:nvPicPr>
        <p:blipFill>
          <a:blip r:embed="rId21"/>
          <a:stretch/>
        </p:blipFill>
        <p:spPr bwMode="auto">
          <a:xfrm>
            <a:off x="8410234" y="1474219"/>
            <a:ext cx="214823" cy="230736"/>
          </a:xfrm>
          <a:prstGeom prst="rect">
            <a:avLst/>
          </a:prstGeom>
        </p:spPr>
      </p:pic>
      <p:pic>
        <p:nvPicPr>
          <p:cNvPr id="163" name="Рисунок 162"/>
          <p:cNvPicPr>
            <a:picLocks noChangeAspect="1"/>
          </p:cNvPicPr>
          <p:nvPr/>
        </p:nvPicPr>
        <p:blipFill>
          <a:blip r:embed="rId22"/>
          <a:stretch/>
        </p:blipFill>
        <p:spPr bwMode="auto">
          <a:xfrm>
            <a:off x="10646480" y="1471075"/>
            <a:ext cx="237025" cy="237025"/>
          </a:xfrm>
          <a:prstGeom prst="rect">
            <a:avLst/>
          </a:prstGeom>
        </p:spPr>
      </p:pic>
      <p:pic>
        <p:nvPicPr>
          <p:cNvPr id="169" name="Рисунок 168"/>
          <p:cNvPicPr>
            <a:picLocks noChangeAspect="1"/>
          </p:cNvPicPr>
          <p:nvPr/>
        </p:nvPicPr>
        <p:blipFill>
          <a:blip r:embed="rId23"/>
          <a:stretch/>
        </p:blipFill>
        <p:spPr bwMode="auto">
          <a:xfrm>
            <a:off x="2711596" y="3455478"/>
            <a:ext cx="713647" cy="713647"/>
          </a:xfrm>
          <a:prstGeom prst="rect">
            <a:avLst/>
          </a:prstGeom>
        </p:spPr>
      </p:pic>
      <p:pic>
        <p:nvPicPr>
          <p:cNvPr id="171" name="Рисунок 170"/>
          <p:cNvPicPr>
            <a:picLocks noChangeAspect="1"/>
          </p:cNvPicPr>
          <p:nvPr/>
        </p:nvPicPr>
        <p:blipFill>
          <a:blip r:embed="rId24"/>
          <a:stretch/>
        </p:blipFill>
        <p:spPr bwMode="auto">
          <a:xfrm>
            <a:off x="10186386" y="1471075"/>
            <a:ext cx="242951" cy="237025"/>
          </a:xfrm>
          <a:prstGeom prst="rect">
            <a:avLst/>
          </a:prstGeom>
        </p:spPr>
      </p:pic>
      <p:pic>
        <p:nvPicPr>
          <p:cNvPr id="177" name="Рисунок 176"/>
          <p:cNvPicPr>
            <a:picLocks noChangeAspect="1"/>
          </p:cNvPicPr>
          <p:nvPr/>
        </p:nvPicPr>
        <p:blipFill>
          <a:blip r:embed="rId25"/>
          <a:stretch/>
        </p:blipFill>
        <p:spPr bwMode="auto">
          <a:xfrm>
            <a:off x="9269788" y="1471075"/>
            <a:ext cx="237025" cy="237025"/>
          </a:xfrm>
          <a:prstGeom prst="rect">
            <a:avLst/>
          </a:prstGeom>
        </p:spPr>
      </p:pic>
      <p:grpSp>
        <p:nvGrpSpPr>
          <p:cNvPr id="252" name="Группа 251"/>
          <p:cNvGrpSpPr/>
          <p:nvPr/>
        </p:nvGrpSpPr>
        <p:grpSpPr bwMode="auto">
          <a:xfrm>
            <a:off x="2664914" y="2905122"/>
            <a:ext cx="807010" cy="458093"/>
            <a:chOff x="2658305" y="3049082"/>
            <a:chExt cx="807010" cy="458093"/>
          </a:xfrm>
        </p:grpSpPr>
        <p:pic>
          <p:nvPicPr>
            <p:cNvPr id="187" name="Рисунок 186"/>
            <p:cNvPicPr>
              <a:picLocks noChangeAspect="1"/>
            </p:cNvPicPr>
            <p:nvPr/>
          </p:nvPicPr>
          <p:blipFill>
            <a:blip r:embed="rId26"/>
            <a:stretch/>
          </p:blipFill>
          <p:spPr bwMode="auto">
            <a:xfrm>
              <a:off x="3008116" y="3049975"/>
              <a:ext cx="457200" cy="457200"/>
            </a:xfrm>
            <a:prstGeom prst="rect">
              <a:avLst/>
            </a:prstGeom>
          </p:spPr>
        </p:pic>
        <p:pic>
          <p:nvPicPr>
            <p:cNvPr id="189" name="Рисунок 188"/>
            <p:cNvPicPr>
              <a:picLocks noChangeAspect="1"/>
            </p:cNvPicPr>
            <p:nvPr/>
          </p:nvPicPr>
          <p:blipFill>
            <a:blip r:embed="rId27"/>
            <a:stretch/>
          </p:blipFill>
          <p:spPr bwMode="auto">
            <a:xfrm>
              <a:off x="2658305" y="3049082"/>
              <a:ext cx="457200" cy="457200"/>
            </a:xfrm>
            <a:prstGeom prst="rect">
              <a:avLst/>
            </a:prstGeom>
          </p:spPr>
        </p:pic>
      </p:grpSp>
      <p:pic>
        <p:nvPicPr>
          <p:cNvPr id="205" name="Рисунок 204"/>
          <p:cNvPicPr>
            <a:picLocks noChangeAspect="1"/>
          </p:cNvPicPr>
          <p:nvPr/>
        </p:nvPicPr>
        <p:blipFill>
          <a:blip r:embed="rId28"/>
          <a:stretch/>
        </p:blipFill>
        <p:spPr bwMode="auto">
          <a:xfrm>
            <a:off x="2820769" y="5588912"/>
            <a:ext cx="495300" cy="495300"/>
          </a:xfrm>
          <a:prstGeom prst="rect">
            <a:avLst/>
          </a:prstGeom>
        </p:spPr>
      </p:pic>
      <p:pic>
        <p:nvPicPr>
          <p:cNvPr id="217" name="Рисунок 216"/>
          <p:cNvPicPr>
            <a:picLocks noChangeAspect="1"/>
          </p:cNvPicPr>
          <p:nvPr/>
        </p:nvPicPr>
        <p:blipFill>
          <a:blip r:embed="rId29"/>
          <a:stretch/>
        </p:blipFill>
        <p:spPr bwMode="auto">
          <a:xfrm>
            <a:off x="5848350" y="2897312"/>
            <a:ext cx="497822" cy="505983"/>
          </a:xfrm>
          <a:prstGeom prst="rect">
            <a:avLst/>
          </a:prstGeom>
        </p:spPr>
      </p:pic>
      <p:pic>
        <p:nvPicPr>
          <p:cNvPr id="219" name="Рисунок 218"/>
          <p:cNvPicPr>
            <a:picLocks noChangeAspect="1"/>
          </p:cNvPicPr>
          <p:nvPr/>
        </p:nvPicPr>
        <p:blipFill>
          <a:blip r:embed="rId30"/>
          <a:stretch/>
        </p:blipFill>
        <p:spPr bwMode="auto">
          <a:xfrm>
            <a:off x="8769732" y="4870187"/>
            <a:ext cx="581025" cy="571500"/>
          </a:xfrm>
          <a:prstGeom prst="rect">
            <a:avLst/>
          </a:prstGeom>
        </p:spPr>
      </p:pic>
      <p:pic>
        <p:nvPicPr>
          <p:cNvPr id="221" name="Рисунок 220"/>
          <p:cNvPicPr>
            <a:picLocks noChangeAspect="1"/>
          </p:cNvPicPr>
          <p:nvPr/>
        </p:nvPicPr>
        <p:blipFill>
          <a:blip r:embed="rId31"/>
          <a:stretch/>
        </p:blipFill>
        <p:spPr bwMode="auto">
          <a:xfrm>
            <a:off x="2858869" y="4261388"/>
            <a:ext cx="419100" cy="571500"/>
          </a:xfrm>
          <a:prstGeom prst="rect">
            <a:avLst/>
          </a:prstGeom>
        </p:spPr>
      </p:pic>
      <p:pic>
        <p:nvPicPr>
          <p:cNvPr id="223" name="Рисунок 222"/>
          <p:cNvPicPr>
            <a:picLocks noChangeAspect="1"/>
          </p:cNvPicPr>
          <p:nvPr/>
        </p:nvPicPr>
        <p:blipFill>
          <a:blip r:embed="rId32"/>
          <a:stretch/>
        </p:blipFill>
        <p:spPr bwMode="auto">
          <a:xfrm>
            <a:off x="11102985" y="1471075"/>
            <a:ext cx="248877" cy="237025"/>
          </a:xfrm>
          <a:prstGeom prst="rect">
            <a:avLst/>
          </a:prstGeom>
        </p:spPr>
      </p:pic>
      <p:pic>
        <p:nvPicPr>
          <p:cNvPr id="225" name="Рисунок 224"/>
          <p:cNvPicPr>
            <a:picLocks noChangeAspect="1"/>
          </p:cNvPicPr>
          <p:nvPr/>
        </p:nvPicPr>
        <p:blipFill>
          <a:blip r:embed="rId33"/>
          <a:stretch/>
        </p:blipFill>
        <p:spPr bwMode="auto">
          <a:xfrm>
            <a:off x="2777907" y="4925151"/>
            <a:ext cx="581025" cy="571500"/>
          </a:xfrm>
          <a:prstGeom prst="rect">
            <a:avLst/>
          </a:prstGeom>
        </p:spPr>
      </p:pic>
      <p:pic>
        <p:nvPicPr>
          <p:cNvPr id="231" name="Рисунок 230"/>
          <p:cNvPicPr>
            <a:picLocks noChangeAspect="1"/>
          </p:cNvPicPr>
          <p:nvPr/>
        </p:nvPicPr>
        <p:blipFill>
          <a:blip r:embed="rId34"/>
          <a:stretch/>
        </p:blipFill>
        <p:spPr bwMode="auto">
          <a:xfrm>
            <a:off x="2820769" y="2250884"/>
            <a:ext cx="495300" cy="561975"/>
          </a:xfrm>
          <a:prstGeom prst="rect">
            <a:avLst/>
          </a:prstGeom>
        </p:spPr>
      </p:pic>
      <p:pic>
        <p:nvPicPr>
          <p:cNvPr id="247" name="Рисунок 246"/>
          <p:cNvPicPr>
            <a:picLocks noChangeAspect="1"/>
          </p:cNvPicPr>
          <p:nvPr/>
        </p:nvPicPr>
        <p:blipFill>
          <a:blip r:embed="rId35"/>
          <a:stretch/>
        </p:blipFill>
        <p:spPr bwMode="auto">
          <a:xfrm>
            <a:off x="5854374" y="2228910"/>
            <a:ext cx="485775" cy="4857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479425" y="597855"/>
            <a:ext cx="11229975" cy="872549"/>
          </a:xfrm>
        </p:spPr>
        <p:txBody>
          <a:bodyPr/>
          <a:lstStyle/>
          <a:p>
            <a:pPr>
              <a:defRPr/>
            </a:pPr>
            <a:r>
              <a:rPr lang="ru-RU"/>
              <a:t>Оформление </a:t>
            </a:r>
            <a:br>
              <a:rPr lang="ru-RU"/>
            </a:br>
            <a:r>
              <a:rPr lang="ru-RU" sz="2000"/>
              <a:t>Для оформления могут быть схемы.</a:t>
            </a:r>
            <a:endParaRPr lang="ru-RU"/>
          </a:p>
        </p:txBody>
      </p:sp>
      <p:sp>
        <p:nvSpPr>
          <p:cNvPr id="39" name="Текст 4"/>
          <p:cNvSpPr txBox="1"/>
          <p:nvPr/>
        </p:nvSpPr>
        <p:spPr bwMode="auto">
          <a:xfrm>
            <a:off x="479425" y="1689269"/>
            <a:ext cx="5537803" cy="776163"/>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a:p>
        </p:txBody>
      </p:sp>
      <p:sp>
        <p:nvSpPr>
          <p:cNvPr id="41"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
        <p:nvSpPr>
          <p:cNvPr id="42" name="Текст 42"/>
          <p:cNvSpPr txBox="1"/>
          <p:nvPr/>
        </p:nvSpPr>
        <p:spPr bwMode="auto">
          <a:xfrm>
            <a:off x="482600" y="6314803"/>
            <a:ext cx="11229974" cy="283754"/>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48" name="Текст 12"/>
          <p:cNvSpPr txBox="1"/>
          <p:nvPr/>
        </p:nvSpPr>
        <p:spPr bwMode="auto">
          <a:xfrm>
            <a:off x="479423" y="1412875"/>
            <a:ext cx="11233152" cy="1052557"/>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endParaRPr lang="ru-RU" sz="2400">
              <a:latin typeface="Montserrat SemiBold"/>
            </a:endParaRPr>
          </a:p>
        </p:txBody>
      </p:sp>
      <p:graphicFrame>
        <p:nvGraphicFramePr>
          <p:cNvPr id="3" name="Схема 2"/>
          <p:cNvGraphicFramePr>
            <a:graphicFrameLocks/>
          </p:cNvGraphicFramePr>
          <p:nvPr/>
        </p:nvGraphicFramePr>
        <p:xfrm>
          <a:off x="6782492" y="935318"/>
          <a:ext cx="5067968" cy="25819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Схема 3"/>
          <p:cNvGraphicFramePr>
            <a:graphicFrameLocks/>
          </p:cNvGraphicFramePr>
          <p:nvPr/>
        </p:nvGraphicFramePr>
        <p:xfrm>
          <a:off x="4801467" y="2933088"/>
          <a:ext cx="4242764" cy="282850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Схема 4"/>
          <p:cNvGraphicFramePr>
            <a:graphicFrameLocks/>
          </p:cNvGraphicFramePr>
          <p:nvPr/>
        </p:nvGraphicFramePr>
        <p:xfrm>
          <a:off x="620485" y="1415546"/>
          <a:ext cx="4575629" cy="305042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6" name="Схема 5"/>
          <p:cNvGraphicFramePr>
            <a:graphicFrameLocks/>
          </p:cNvGraphicFramePr>
          <p:nvPr/>
        </p:nvGraphicFramePr>
        <p:xfrm>
          <a:off x="8038267" y="3512295"/>
          <a:ext cx="4575630" cy="305042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7" name="Схема 6"/>
          <p:cNvGraphicFramePr>
            <a:graphicFrameLocks/>
          </p:cNvGraphicFramePr>
          <p:nvPr/>
        </p:nvGraphicFramePr>
        <p:xfrm>
          <a:off x="183738" y="4092284"/>
          <a:ext cx="5085415" cy="189044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Рисунок 7"/>
          <p:cNvSpPr>
            <a:spLocks noGrp="1"/>
          </p:cNvSpPr>
          <p:nvPr>
            <p:ph type="pic" sz="quarter" idx="13"/>
          </p:nvPr>
        </p:nvSpPr>
        <p:spPr bwMode="auto"/>
        <p:txBody>
          <a:bodyPr/>
          <a:lstStyle/>
          <a:p>
            <a:endParaRPr lang="ru-RU"/>
          </a:p>
        </p:txBody>
      </p:sp>
      <p:sp>
        <p:nvSpPr>
          <p:cNvPr id="9" name="Текст 8"/>
          <p:cNvSpPr>
            <a:spLocks noGrp="1"/>
          </p:cNvSpPr>
          <p:nvPr>
            <p:ph type="body" sz="quarter" idx="14"/>
          </p:nvPr>
        </p:nvSpPr>
        <p:spPr bwMode="auto"/>
        <p:txBody>
          <a:bodyPr/>
          <a:lstStyle/>
          <a:p>
            <a:pPr>
              <a:defRPr/>
            </a:pPr>
            <a:endParaRPr lang="ru-RU"/>
          </a:p>
        </p:txBody>
      </p:sp>
      <p:sp>
        <p:nvSpPr>
          <p:cNvPr id="10" name="Текст 9"/>
          <p:cNvSpPr>
            <a:spLocks noGrp="1"/>
          </p:cNvSpPr>
          <p:nvPr>
            <p:ph type="body" sz="quarter" idx="17"/>
          </p:nvPr>
        </p:nvSpPr>
        <p:spPr bwMode="auto"/>
        <p:txBody>
          <a:bodyPr/>
          <a:lstStyle/>
          <a:p>
            <a:pPr>
              <a:defRPr/>
            </a:pPr>
            <a:endParaRPr lang="ru-RU"/>
          </a:p>
        </p:txBody>
      </p:sp>
      <p:sp>
        <p:nvSpPr>
          <p:cNvPr id="11" name="Текст 10"/>
          <p:cNvSpPr>
            <a:spLocks noGrp="1"/>
          </p:cNvSpPr>
          <p:nvPr>
            <p:ph type="body" sz="quarter" idx="18"/>
          </p:nvPr>
        </p:nvSpPr>
        <p:spPr bwMode="auto"/>
        <p:txBody>
          <a:bodyPr/>
          <a:lstStyle/>
          <a:p>
            <a:pPr>
              <a:defRPr/>
            </a:pPr>
            <a:endParaRPr lang="ru-RU"/>
          </a:p>
        </p:txBody>
      </p:sp>
      <p:sp>
        <p:nvSpPr>
          <p:cNvPr id="12" name="Текст 11"/>
          <p:cNvSpPr>
            <a:spLocks noGrp="1"/>
          </p:cNvSpPr>
          <p:nvPr>
            <p:ph type="body" sz="quarter" idx="19"/>
          </p:nvPr>
        </p:nvSpPr>
        <p:spPr bwMode="auto"/>
        <p:txBody>
          <a:bodyPr/>
          <a:lstStyle/>
          <a:p>
            <a:pPr>
              <a:defRPr/>
            </a:pPr>
            <a:endParaRPr lang="ru-RU"/>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Рисунок 7"/>
          <p:cNvSpPr>
            <a:spLocks noGrp="1"/>
          </p:cNvSpPr>
          <p:nvPr>
            <p:ph type="pic" sz="quarter" idx="13"/>
          </p:nvPr>
        </p:nvSpPr>
        <p:spPr bwMode="auto"/>
        <p:txBody>
          <a:bodyPr/>
          <a:lstStyle/>
          <a:p>
            <a:endParaRPr lang="ru-RU"/>
          </a:p>
        </p:txBody>
      </p:sp>
      <p:sp>
        <p:nvSpPr>
          <p:cNvPr id="9" name="Текст 8"/>
          <p:cNvSpPr>
            <a:spLocks noGrp="1"/>
          </p:cNvSpPr>
          <p:nvPr>
            <p:ph type="body" sz="quarter" idx="14"/>
          </p:nvPr>
        </p:nvSpPr>
        <p:spPr bwMode="auto"/>
        <p:txBody>
          <a:bodyPr/>
          <a:lstStyle/>
          <a:p>
            <a:pPr>
              <a:defRPr/>
            </a:pPr>
            <a:endParaRPr lang="ru-RU"/>
          </a:p>
        </p:txBody>
      </p:sp>
      <p:sp>
        <p:nvSpPr>
          <p:cNvPr id="10" name="Текст 9"/>
          <p:cNvSpPr>
            <a:spLocks noGrp="1"/>
          </p:cNvSpPr>
          <p:nvPr>
            <p:ph type="body" sz="quarter" idx="17"/>
          </p:nvPr>
        </p:nvSpPr>
        <p:spPr bwMode="auto"/>
        <p:txBody>
          <a:bodyPr/>
          <a:lstStyle/>
          <a:p>
            <a:pPr>
              <a:defRPr/>
            </a:pPr>
            <a:endParaRPr lang="ru-RU"/>
          </a:p>
        </p:txBody>
      </p:sp>
      <p:sp>
        <p:nvSpPr>
          <p:cNvPr id="11" name="Текст 10"/>
          <p:cNvSpPr>
            <a:spLocks noGrp="1"/>
          </p:cNvSpPr>
          <p:nvPr>
            <p:ph type="body" sz="quarter" idx="18"/>
          </p:nvPr>
        </p:nvSpPr>
        <p:spPr bwMode="auto"/>
        <p:txBody>
          <a:bodyPr/>
          <a:lstStyle/>
          <a:p>
            <a:pPr>
              <a:defRPr/>
            </a:pPr>
            <a:endParaRPr lang="ru-RU"/>
          </a:p>
        </p:txBody>
      </p:sp>
      <p:sp>
        <p:nvSpPr>
          <p:cNvPr id="12" name="Текст 11"/>
          <p:cNvSpPr>
            <a:spLocks noGrp="1"/>
          </p:cNvSpPr>
          <p:nvPr>
            <p:ph type="body" sz="quarter" idx="19"/>
          </p:nvPr>
        </p:nvSpPr>
        <p:spPr bwMode="auto"/>
        <p:txBody>
          <a:bodyPr/>
          <a:lstStyle/>
          <a:p>
            <a:pPr>
              <a:defRPr/>
            </a:pPr>
            <a:endParaRPr lang="ru-RU"/>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 name="Заголовок 7"/>
          <p:cNvSpPr>
            <a:spLocks noGrp="1"/>
          </p:cNvSpPr>
          <p:nvPr>
            <p:ph type="title"/>
          </p:nvPr>
        </p:nvSpPr>
        <p:spPr bwMode="auto"/>
        <p:txBody>
          <a:bodyPr/>
          <a:lstStyle/>
          <a:p>
            <a:pPr>
              <a:defRPr/>
            </a:pPr>
            <a:endParaRPr lang="ru-RU"/>
          </a:p>
        </p:txBody>
      </p:sp>
      <p:sp>
        <p:nvSpPr>
          <p:cNvPr id="9" name="Рисунок 8"/>
          <p:cNvSpPr>
            <a:spLocks noGrp="1"/>
          </p:cNvSpPr>
          <p:nvPr>
            <p:ph type="pic" sz="quarter" idx="13"/>
          </p:nvPr>
        </p:nvSpPr>
        <p:spPr bwMode="auto"/>
        <p:txBody>
          <a:bodyPr/>
          <a:lstStyle/>
          <a:p>
            <a:endParaRPr lang="ru-RU"/>
          </a:p>
        </p:txBody>
      </p:sp>
      <p:sp>
        <p:nvSpPr>
          <p:cNvPr id="10" name="Текст 9"/>
          <p:cNvSpPr>
            <a:spLocks noGrp="1"/>
          </p:cNvSpPr>
          <p:nvPr>
            <p:ph type="body" sz="quarter" idx="14"/>
          </p:nvPr>
        </p:nvSpPr>
        <p:spPr bwMode="auto"/>
        <p:txBody>
          <a:bodyPr/>
          <a:lstStyle/>
          <a:p>
            <a:pPr>
              <a:defRPr/>
            </a:pPr>
            <a:endParaRPr lang="ru-RU"/>
          </a:p>
        </p:txBody>
      </p:sp>
      <p:sp>
        <p:nvSpPr>
          <p:cNvPr id="11" name="Текст 10"/>
          <p:cNvSpPr>
            <a:spLocks noGrp="1"/>
          </p:cNvSpPr>
          <p:nvPr>
            <p:ph type="body" sz="quarter" idx="17"/>
          </p:nvPr>
        </p:nvSpPr>
        <p:spPr bwMode="auto"/>
        <p:txBody>
          <a:bodyPr/>
          <a:lstStyle/>
          <a:p>
            <a:pPr>
              <a:defRPr/>
            </a:pPr>
            <a:endParaRPr lang="ru-RU"/>
          </a:p>
        </p:txBody>
      </p:sp>
      <p:sp>
        <p:nvSpPr>
          <p:cNvPr id="12" name="Текст 11"/>
          <p:cNvSpPr>
            <a:spLocks noGrp="1"/>
          </p:cNvSpPr>
          <p:nvPr>
            <p:ph type="body" sz="quarter" idx="18"/>
          </p:nvPr>
        </p:nvSpPr>
        <p:spPr bwMode="auto"/>
        <p:txBody>
          <a:bodyPr/>
          <a:lstStyle/>
          <a:p>
            <a:pPr>
              <a:defRPr/>
            </a:pPr>
            <a:endParaRPr lang="ru-RU"/>
          </a:p>
        </p:txBody>
      </p:sp>
      <p:sp>
        <p:nvSpPr>
          <p:cNvPr id="13" name="Рисунок 12"/>
          <p:cNvSpPr>
            <a:spLocks noGrp="1"/>
          </p:cNvSpPr>
          <p:nvPr>
            <p:ph type="pic" sz="quarter" idx="19"/>
          </p:nvPr>
        </p:nvSpPr>
        <p:spPr bwMode="auto"/>
        <p:txBody>
          <a:bodyPr/>
          <a:lstStyle/>
          <a:p>
            <a:endParaRPr lang="ru-RU"/>
          </a:p>
        </p:txBody>
      </p:sp>
      <p:sp>
        <p:nvSpPr>
          <p:cNvPr id="14" name="Текст 13"/>
          <p:cNvSpPr>
            <a:spLocks noGrp="1"/>
          </p:cNvSpPr>
          <p:nvPr>
            <p:ph type="body" sz="quarter" idx="20"/>
          </p:nvPr>
        </p:nvSpPr>
        <p:spPr bwMode="auto"/>
        <p:txBody>
          <a:bodyPr/>
          <a:lstStyle/>
          <a:p>
            <a:pPr>
              <a:defRPr/>
            </a:pPr>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Рисунок 7"/>
          <p:cNvSpPr>
            <a:spLocks noGrp="1"/>
          </p:cNvSpPr>
          <p:nvPr>
            <p:ph type="pic" sz="quarter" idx="13"/>
          </p:nvPr>
        </p:nvSpPr>
        <p:spPr bwMode="auto"/>
        <p:txBody>
          <a:bodyPr/>
          <a:lstStyle/>
          <a:p>
            <a:endParaRPr lang="ru-RU"/>
          </a:p>
        </p:txBody>
      </p:sp>
      <p:sp>
        <p:nvSpPr>
          <p:cNvPr id="9" name="Текст 8"/>
          <p:cNvSpPr>
            <a:spLocks noGrp="1"/>
          </p:cNvSpPr>
          <p:nvPr>
            <p:ph type="body" sz="quarter" idx="17"/>
          </p:nvPr>
        </p:nvSpPr>
        <p:spPr bwMode="auto"/>
        <p:txBody>
          <a:bodyPr/>
          <a:lstStyle/>
          <a:p>
            <a:pPr>
              <a:defRPr/>
            </a:pPr>
            <a:endParaRPr lang="ru-RU"/>
          </a:p>
        </p:txBody>
      </p:sp>
      <p:sp>
        <p:nvSpPr>
          <p:cNvPr id="10" name="Рисунок 9"/>
          <p:cNvSpPr>
            <a:spLocks noGrp="1"/>
          </p:cNvSpPr>
          <p:nvPr>
            <p:ph type="pic" sz="quarter" idx="18"/>
          </p:nvPr>
        </p:nvSpPr>
        <p:spPr bwMode="auto"/>
        <p:txBody>
          <a:bodyPr/>
          <a:lstStyle/>
          <a:p>
            <a:endParaRPr lang="ru-RU"/>
          </a:p>
        </p:txBody>
      </p:sp>
      <p:sp>
        <p:nvSpPr>
          <p:cNvPr id="11" name="Текст 10"/>
          <p:cNvSpPr>
            <a:spLocks noGrp="1"/>
          </p:cNvSpPr>
          <p:nvPr>
            <p:ph type="body" sz="quarter" idx="19"/>
          </p:nvPr>
        </p:nvSpPr>
        <p:spPr bwMode="auto"/>
        <p:txBody>
          <a:bodyPr/>
          <a:lstStyle/>
          <a:p>
            <a:pPr>
              <a:defRPr/>
            </a:pPr>
            <a:endParaRPr lang="ru-RU"/>
          </a:p>
        </p:txBody>
      </p:sp>
      <p:sp>
        <p:nvSpPr>
          <p:cNvPr id="12" name="Текст 11"/>
          <p:cNvSpPr>
            <a:spLocks noGrp="1"/>
          </p:cNvSpPr>
          <p:nvPr>
            <p:ph type="body" sz="quarter" idx="20"/>
          </p:nvPr>
        </p:nvSpPr>
        <p:spPr bwMode="auto"/>
        <p:txBody>
          <a:bodyPr/>
          <a:lstStyle/>
          <a:p>
            <a:pPr>
              <a:defRPr/>
            </a:pPr>
            <a:endParaRPr 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 name="Заголовок 16"/>
          <p:cNvSpPr>
            <a:spLocks noGrp="1"/>
          </p:cNvSpPr>
          <p:nvPr>
            <p:ph type="title"/>
          </p:nvPr>
        </p:nvSpPr>
        <p:spPr bwMode="auto"/>
        <p:txBody>
          <a:bodyPr/>
          <a:lstStyle/>
          <a:p>
            <a:pPr>
              <a:defRPr/>
            </a:pPr>
            <a:endParaRPr lang="ru-RU"/>
          </a:p>
        </p:txBody>
      </p:sp>
      <p:sp>
        <p:nvSpPr>
          <p:cNvPr id="18" name="Рисунок 17"/>
          <p:cNvSpPr>
            <a:spLocks noGrp="1"/>
          </p:cNvSpPr>
          <p:nvPr>
            <p:ph type="pic" sz="quarter" idx="13"/>
          </p:nvPr>
        </p:nvSpPr>
        <p:spPr bwMode="auto"/>
        <p:txBody>
          <a:bodyPr/>
          <a:lstStyle/>
          <a:p>
            <a:endParaRPr lang="ru-RU"/>
          </a:p>
        </p:txBody>
      </p:sp>
      <p:sp>
        <p:nvSpPr>
          <p:cNvPr id="19" name="Текст 18"/>
          <p:cNvSpPr>
            <a:spLocks noGrp="1"/>
          </p:cNvSpPr>
          <p:nvPr>
            <p:ph type="body" sz="quarter" idx="17"/>
          </p:nvPr>
        </p:nvSpPr>
        <p:spPr bwMode="auto"/>
        <p:txBody>
          <a:bodyPr/>
          <a:lstStyle/>
          <a:p>
            <a:pPr>
              <a:defRPr/>
            </a:pPr>
            <a:endParaRPr lang="ru-RU"/>
          </a:p>
        </p:txBody>
      </p:sp>
      <p:sp>
        <p:nvSpPr>
          <p:cNvPr id="20" name="Рисунок 19"/>
          <p:cNvSpPr>
            <a:spLocks noGrp="1"/>
          </p:cNvSpPr>
          <p:nvPr>
            <p:ph type="pic" sz="quarter" idx="18"/>
          </p:nvPr>
        </p:nvSpPr>
        <p:spPr bwMode="auto"/>
        <p:txBody>
          <a:bodyPr/>
          <a:lstStyle/>
          <a:p>
            <a:endParaRPr lang="ru-RU"/>
          </a:p>
        </p:txBody>
      </p:sp>
      <p:sp>
        <p:nvSpPr>
          <p:cNvPr id="21" name="Текст 20"/>
          <p:cNvSpPr>
            <a:spLocks noGrp="1"/>
          </p:cNvSpPr>
          <p:nvPr>
            <p:ph type="body" sz="quarter" idx="19"/>
          </p:nvPr>
        </p:nvSpPr>
        <p:spPr bwMode="auto"/>
        <p:txBody>
          <a:bodyPr/>
          <a:lstStyle/>
          <a:p>
            <a:pPr>
              <a:defRPr/>
            </a:pPr>
            <a:endParaRPr lang="ru-RU"/>
          </a:p>
        </p:txBody>
      </p:sp>
      <p:sp>
        <p:nvSpPr>
          <p:cNvPr id="22" name="Рисунок 21"/>
          <p:cNvSpPr>
            <a:spLocks noGrp="1"/>
          </p:cNvSpPr>
          <p:nvPr>
            <p:ph type="pic" sz="quarter" idx="20"/>
          </p:nvPr>
        </p:nvSpPr>
        <p:spPr bwMode="auto"/>
        <p:txBody>
          <a:bodyPr/>
          <a:lstStyle/>
          <a:p>
            <a:endParaRPr lang="ru-RU"/>
          </a:p>
        </p:txBody>
      </p:sp>
      <p:sp>
        <p:nvSpPr>
          <p:cNvPr id="23" name="Текст 22"/>
          <p:cNvSpPr>
            <a:spLocks noGrp="1"/>
          </p:cNvSpPr>
          <p:nvPr>
            <p:ph type="body" sz="quarter" idx="21"/>
          </p:nvPr>
        </p:nvSpPr>
        <p:spPr bwMode="auto"/>
        <p:txBody>
          <a:bodyPr/>
          <a:lstStyle/>
          <a:p>
            <a:pPr>
              <a:defRPr/>
            </a:pPr>
            <a:endParaRPr lang="ru-RU"/>
          </a:p>
        </p:txBody>
      </p:sp>
      <p:sp>
        <p:nvSpPr>
          <p:cNvPr id="24" name="Текст 23"/>
          <p:cNvSpPr>
            <a:spLocks noGrp="1"/>
          </p:cNvSpPr>
          <p:nvPr>
            <p:ph type="body" sz="quarter" idx="22"/>
          </p:nvPr>
        </p:nvSpPr>
        <p:spPr bwMode="auto"/>
        <p:txBody>
          <a:bodyPr/>
          <a:lstStyle/>
          <a:p>
            <a:pPr>
              <a:defRPr/>
            </a:pPr>
            <a:endParaRPr 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 name="Заголовок 8"/>
          <p:cNvSpPr>
            <a:spLocks noGrp="1"/>
          </p:cNvSpPr>
          <p:nvPr>
            <p:ph type="title"/>
          </p:nvPr>
        </p:nvSpPr>
        <p:spPr bwMode="auto"/>
        <p:txBody>
          <a:bodyPr/>
          <a:lstStyle/>
          <a:p>
            <a:pPr>
              <a:defRPr/>
            </a:pPr>
            <a:endParaRPr lang="ru-RU"/>
          </a:p>
        </p:txBody>
      </p:sp>
      <p:sp>
        <p:nvSpPr>
          <p:cNvPr id="10" name="Рисунок 9"/>
          <p:cNvSpPr>
            <a:spLocks noGrp="1"/>
          </p:cNvSpPr>
          <p:nvPr>
            <p:ph type="pic" sz="quarter" idx="13"/>
          </p:nvPr>
        </p:nvSpPr>
        <p:spPr bwMode="auto"/>
        <p:txBody>
          <a:bodyPr/>
          <a:lstStyle/>
          <a:p>
            <a:endParaRPr lang="ru-RU"/>
          </a:p>
        </p:txBody>
      </p:sp>
      <p:sp>
        <p:nvSpPr>
          <p:cNvPr id="11" name="Текст 10"/>
          <p:cNvSpPr>
            <a:spLocks noGrp="1"/>
          </p:cNvSpPr>
          <p:nvPr>
            <p:ph type="body" sz="quarter" idx="17"/>
          </p:nvPr>
        </p:nvSpPr>
        <p:spPr bwMode="auto"/>
        <p:txBody>
          <a:bodyPr/>
          <a:lstStyle/>
          <a:p>
            <a:pPr>
              <a:defRPr/>
            </a:pPr>
            <a:endParaRPr lang="ru-RU"/>
          </a:p>
        </p:txBody>
      </p:sp>
      <p:sp>
        <p:nvSpPr>
          <p:cNvPr id="12" name="Рисунок 11"/>
          <p:cNvSpPr>
            <a:spLocks noGrp="1"/>
          </p:cNvSpPr>
          <p:nvPr>
            <p:ph type="pic" sz="quarter" idx="18"/>
          </p:nvPr>
        </p:nvSpPr>
        <p:spPr bwMode="auto"/>
        <p:txBody>
          <a:bodyPr/>
          <a:lstStyle/>
          <a:p>
            <a:endParaRPr lang="ru-RU"/>
          </a:p>
        </p:txBody>
      </p:sp>
      <p:sp>
        <p:nvSpPr>
          <p:cNvPr id="13" name="Текст 12"/>
          <p:cNvSpPr>
            <a:spLocks noGrp="1"/>
          </p:cNvSpPr>
          <p:nvPr>
            <p:ph type="body" sz="quarter" idx="19"/>
          </p:nvPr>
        </p:nvSpPr>
        <p:spPr bwMode="auto"/>
        <p:txBody>
          <a:bodyPr/>
          <a:lstStyle/>
          <a:p>
            <a:pPr>
              <a:defRPr/>
            </a:pPr>
            <a:endParaRPr lang="ru-RU"/>
          </a:p>
        </p:txBody>
      </p:sp>
      <p:sp>
        <p:nvSpPr>
          <p:cNvPr id="14" name="Рисунок 13"/>
          <p:cNvSpPr>
            <a:spLocks noGrp="1"/>
          </p:cNvSpPr>
          <p:nvPr>
            <p:ph type="pic" sz="quarter" idx="20"/>
          </p:nvPr>
        </p:nvSpPr>
        <p:spPr bwMode="auto"/>
        <p:txBody>
          <a:bodyPr/>
          <a:lstStyle/>
          <a:p>
            <a:endParaRPr lang="ru-RU"/>
          </a:p>
        </p:txBody>
      </p:sp>
      <p:sp>
        <p:nvSpPr>
          <p:cNvPr id="15" name="Текст 14"/>
          <p:cNvSpPr>
            <a:spLocks noGrp="1"/>
          </p:cNvSpPr>
          <p:nvPr>
            <p:ph type="body" sz="quarter" idx="21"/>
          </p:nvPr>
        </p:nvSpPr>
        <p:spPr bwMode="auto"/>
        <p:txBody>
          <a:bodyPr/>
          <a:lstStyle/>
          <a:p>
            <a:pPr>
              <a:defRPr/>
            </a:pPr>
            <a:endParaRPr lang="ru-RU"/>
          </a:p>
        </p:txBody>
      </p:sp>
      <p:sp>
        <p:nvSpPr>
          <p:cNvPr id="16" name="Текст 15"/>
          <p:cNvSpPr>
            <a:spLocks noGrp="1"/>
          </p:cNvSpPr>
          <p:nvPr>
            <p:ph type="body" sz="quarter" idx="22"/>
          </p:nvPr>
        </p:nvSpPr>
        <p:spPr bwMode="auto"/>
        <p:txBody>
          <a:bodyPr/>
          <a:lstStyle/>
          <a:p>
            <a:pPr>
              <a:defRPr/>
            </a:pPr>
            <a:endParaRPr lang="ru-R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 name="Заголовок 8"/>
          <p:cNvSpPr>
            <a:spLocks noGrp="1"/>
          </p:cNvSpPr>
          <p:nvPr>
            <p:ph type="title"/>
          </p:nvPr>
        </p:nvSpPr>
        <p:spPr bwMode="auto"/>
        <p:txBody>
          <a:bodyPr/>
          <a:lstStyle/>
          <a:p>
            <a:pPr>
              <a:defRPr/>
            </a:pPr>
            <a:endParaRPr lang="ru-RU"/>
          </a:p>
        </p:txBody>
      </p:sp>
      <p:sp>
        <p:nvSpPr>
          <p:cNvPr id="10" name="Рисунок 9"/>
          <p:cNvSpPr>
            <a:spLocks noGrp="1"/>
          </p:cNvSpPr>
          <p:nvPr>
            <p:ph type="pic" sz="quarter" idx="13"/>
          </p:nvPr>
        </p:nvSpPr>
        <p:spPr bwMode="auto"/>
        <p:txBody>
          <a:bodyPr/>
          <a:lstStyle/>
          <a:p>
            <a:endParaRPr lang="ru-RU"/>
          </a:p>
        </p:txBody>
      </p:sp>
      <p:sp>
        <p:nvSpPr>
          <p:cNvPr id="12" name="Рисунок 11"/>
          <p:cNvSpPr>
            <a:spLocks noGrp="1"/>
          </p:cNvSpPr>
          <p:nvPr>
            <p:ph type="pic" sz="quarter" idx="22"/>
          </p:nvPr>
        </p:nvSpPr>
        <p:spPr bwMode="auto"/>
        <p:txBody>
          <a:bodyPr/>
          <a:lstStyle/>
          <a:p>
            <a:endParaRPr lang="ru-RU"/>
          </a:p>
        </p:txBody>
      </p:sp>
      <p:sp>
        <p:nvSpPr>
          <p:cNvPr id="13" name="Рисунок 12"/>
          <p:cNvSpPr>
            <a:spLocks noGrp="1"/>
          </p:cNvSpPr>
          <p:nvPr>
            <p:ph type="pic" sz="quarter" idx="23"/>
          </p:nvPr>
        </p:nvSpPr>
        <p:spPr bwMode="auto"/>
        <p:txBody>
          <a:bodyPr/>
          <a:lstStyle/>
          <a:p>
            <a:endParaRPr lang="ru-RU"/>
          </a:p>
        </p:txBody>
      </p:sp>
      <p:sp>
        <p:nvSpPr>
          <p:cNvPr id="14" name="Рисунок 13"/>
          <p:cNvSpPr>
            <a:spLocks noGrp="1"/>
          </p:cNvSpPr>
          <p:nvPr>
            <p:ph type="pic" sz="quarter" idx="24"/>
          </p:nvPr>
        </p:nvSpPr>
        <p:spPr bwMode="auto"/>
        <p:txBody>
          <a:bodyPr/>
          <a:lstStyle/>
          <a:p>
            <a:endParaRPr lang="ru-RU"/>
          </a:p>
        </p:txBody>
      </p:sp>
      <p:sp>
        <p:nvSpPr>
          <p:cNvPr id="15" name="Рисунок 14"/>
          <p:cNvSpPr>
            <a:spLocks noGrp="1"/>
          </p:cNvSpPr>
          <p:nvPr>
            <p:ph type="pic" sz="quarter" idx="25"/>
          </p:nvPr>
        </p:nvSpPr>
        <p:spPr bwMode="auto"/>
        <p:txBody>
          <a:bodyPr/>
          <a:lstStyle/>
          <a:p>
            <a:endParaRPr lang="ru-RU"/>
          </a:p>
        </p:txBody>
      </p:sp>
      <p:sp>
        <p:nvSpPr>
          <p:cNvPr id="16" name="Рисунок 15"/>
          <p:cNvSpPr>
            <a:spLocks noGrp="1"/>
          </p:cNvSpPr>
          <p:nvPr>
            <p:ph type="pic" sz="quarter" idx="26"/>
          </p:nvPr>
        </p:nvSpPr>
        <p:spPr bwMode="auto"/>
        <p:txBody>
          <a:bodyPr/>
          <a:lstStyle/>
          <a:p>
            <a:endParaRPr lang="ru-RU"/>
          </a:p>
        </p:txBody>
      </p:sp>
      <p:sp>
        <p:nvSpPr>
          <p:cNvPr id="11" name="Текст 10"/>
          <p:cNvSpPr>
            <a:spLocks noGrp="1"/>
          </p:cNvSpPr>
          <p:nvPr>
            <p:ph type="body" sz="quarter" idx="19"/>
          </p:nvPr>
        </p:nvSpPr>
        <p:spPr bwMode="auto"/>
        <p:txBody>
          <a:bodyPr/>
          <a:lstStyle/>
          <a:p>
            <a:pPr>
              <a:defRPr/>
            </a:pPr>
            <a:endParaRPr lang="ru-RU"/>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 name="Заголовок 10"/>
          <p:cNvSpPr>
            <a:spLocks noGrp="1"/>
          </p:cNvSpPr>
          <p:nvPr>
            <p:ph type="title"/>
          </p:nvPr>
        </p:nvSpPr>
        <p:spPr bwMode="auto"/>
        <p:txBody>
          <a:bodyPr/>
          <a:lstStyle/>
          <a:p>
            <a:pPr>
              <a:defRPr/>
            </a:pPr>
            <a:endParaRPr lang="ru-RU"/>
          </a:p>
        </p:txBody>
      </p:sp>
      <p:sp>
        <p:nvSpPr>
          <p:cNvPr id="12" name="Рисунок 11"/>
          <p:cNvSpPr>
            <a:spLocks noGrp="1"/>
          </p:cNvSpPr>
          <p:nvPr>
            <p:ph type="pic" sz="quarter" idx="13"/>
          </p:nvPr>
        </p:nvSpPr>
        <p:spPr bwMode="auto"/>
        <p:txBody>
          <a:bodyPr/>
          <a:lstStyle/>
          <a:p>
            <a:endParaRPr lang="ru-RU"/>
          </a:p>
        </p:txBody>
      </p:sp>
      <p:sp>
        <p:nvSpPr>
          <p:cNvPr id="13" name="Текст 12"/>
          <p:cNvSpPr>
            <a:spLocks noGrp="1"/>
          </p:cNvSpPr>
          <p:nvPr>
            <p:ph type="body" sz="quarter" idx="14"/>
          </p:nvPr>
        </p:nvSpPr>
        <p:spPr bwMode="auto"/>
        <p:txBody>
          <a:bodyPr/>
          <a:lstStyle/>
          <a:p>
            <a:pPr>
              <a:defRPr/>
            </a:pPr>
            <a:endParaRPr lang="ru-RU"/>
          </a:p>
        </p:txBody>
      </p:sp>
      <p:sp>
        <p:nvSpPr>
          <p:cNvPr id="14" name="Текст 13"/>
          <p:cNvSpPr>
            <a:spLocks noGrp="1"/>
          </p:cNvSpPr>
          <p:nvPr>
            <p:ph type="body" sz="quarter" idx="17"/>
          </p:nvPr>
        </p:nvSpPr>
        <p:spPr bwMode="auto"/>
        <p:txBody>
          <a:bodyPr/>
          <a:lstStyle/>
          <a:p>
            <a:pPr>
              <a:defRPr/>
            </a:pPr>
            <a:endParaRPr lang="ru-RU"/>
          </a:p>
        </p:txBody>
      </p:sp>
      <p:sp>
        <p:nvSpPr>
          <p:cNvPr id="15" name="Текст 14"/>
          <p:cNvSpPr>
            <a:spLocks noGrp="1"/>
          </p:cNvSpPr>
          <p:nvPr>
            <p:ph type="body" sz="quarter" idx="18"/>
          </p:nvPr>
        </p:nvSpPr>
        <p:spPr bwMode="auto"/>
        <p:txBody>
          <a:bodyPr/>
          <a:lstStyle/>
          <a:p>
            <a:pPr>
              <a:defRPr/>
            </a:pPr>
            <a:endParaRPr lang="ru-RU"/>
          </a:p>
        </p:txBody>
      </p:sp>
      <p:sp>
        <p:nvSpPr>
          <p:cNvPr id="16" name="Рисунок 15"/>
          <p:cNvSpPr>
            <a:spLocks noGrp="1"/>
          </p:cNvSpPr>
          <p:nvPr>
            <p:ph type="pic" sz="quarter" idx="19"/>
          </p:nvPr>
        </p:nvSpPr>
        <p:spPr bwMode="auto"/>
        <p:txBody>
          <a:bodyPr/>
          <a:lstStyle/>
          <a:p>
            <a:endParaRPr lang="ru-RU"/>
          </a:p>
        </p:txBody>
      </p:sp>
      <p:sp>
        <p:nvSpPr>
          <p:cNvPr id="17" name="Рисунок 16"/>
          <p:cNvSpPr>
            <a:spLocks noGrp="1"/>
          </p:cNvSpPr>
          <p:nvPr>
            <p:ph type="pic" sz="quarter" idx="20"/>
          </p:nvPr>
        </p:nvSpPr>
        <p:spPr bwMode="auto"/>
        <p:txBody>
          <a:bodyPr/>
          <a:lstStyle/>
          <a:p>
            <a:endParaRPr lang="ru-RU"/>
          </a:p>
        </p:txBody>
      </p:sp>
      <p:sp>
        <p:nvSpPr>
          <p:cNvPr id="18" name="Текст 17"/>
          <p:cNvSpPr>
            <a:spLocks noGrp="1"/>
          </p:cNvSpPr>
          <p:nvPr>
            <p:ph type="body" sz="quarter" idx="21"/>
          </p:nvPr>
        </p:nvSpPr>
        <p:spPr bwMode="auto"/>
        <p:txBody>
          <a:bodyPr/>
          <a:lstStyle/>
          <a:p>
            <a:pPr>
              <a:defRPr/>
            </a:pPr>
            <a:endParaRPr lang="ru-RU"/>
          </a:p>
        </p:txBody>
      </p:sp>
      <p:sp>
        <p:nvSpPr>
          <p:cNvPr id="19" name="Текст 18"/>
          <p:cNvSpPr>
            <a:spLocks noGrp="1"/>
          </p:cNvSpPr>
          <p:nvPr>
            <p:ph type="body" sz="quarter" idx="22"/>
          </p:nvPr>
        </p:nvSpPr>
        <p:spPr bwMode="auto"/>
        <p:txBody>
          <a:bodyPr/>
          <a:lstStyle/>
          <a:p>
            <a:pPr>
              <a:defRPr/>
            </a:pPr>
            <a:endParaRPr lang="ru-RU"/>
          </a:p>
        </p:txBody>
      </p:sp>
      <p:sp>
        <p:nvSpPr>
          <p:cNvPr id="20" name="Текст 19"/>
          <p:cNvSpPr>
            <a:spLocks noGrp="1"/>
          </p:cNvSpPr>
          <p:nvPr>
            <p:ph type="body" sz="quarter" idx="23"/>
          </p:nvPr>
        </p:nvSpPr>
        <p:spPr bwMode="auto"/>
        <p:txBody>
          <a:bodyPr/>
          <a:lstStyle/>
          <a:p>
            <a:pPr>
              <a:defRPr/>
            </a:pPr>
            <a:endParaRPr lang="ru-RU"/>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endParaRPr lang="ru-RU"/>
          </a:p>
        </p:txBody>
      </p:sp>
      <p:sp>
        <p:nvSpPr>
          <p:cNvPr id="3" name="Текст 2"/>
          <p:cNvSpPr>
            <a:spLocks noGrp="1"/>
          </p:cNvSpPr>
          <p:nvPr>
            <p:ph type="body" sz="quarter" idx="14"/>
          </p:nvPr>
        </p:nvSpPr>
        <p:spPr bwMode="auto"/>
        <p:txBody>
          <a:bodyPr/>
          <a:lstStyle/>
          <a:p>
            <a:pPr>
              <a:defRPr/>
            </a:pPr>
            <a:endParaRPr lang="ru-RU"/>
          </a:p>
        </p:txBody>
      </p:sp>
      <p:sp>
        <p:nvSpPr>
          <p:cNvPr id="4" name="Текст 3"/>
          <p:cNvSpPr>
            <a:spLocks noGrp="1"/>
          </p:cNvSpPr>
          <p:nvPr>
            <p:ph type="body" sz="quarter" idx="17"/>
          </p:nvPr>
        </p:nvSpPr>
        <p:spPr bwMode="auto"/>
        <p:txBody>
          <a:bodyPr/>
          <a:lstStyle/>
          <a:p>
            <a:pPr>
              <a:defRPr/>
            </a:pPr>
            <a:endParaRPr lang="ru-RU"/>
          </a:p>
        </p:txBody>
      </p:sp>
      <p:sp>
        <p:nvSpPr>
          <p:cNvPr id="5" name="Текст 4"/>
          <p:cNvSpPr>
            <a:spLocks noGrp="1"/>
          </p:cNvSpPr>
          <p:nvPr>
            <p:ph type="body" sz="quarter" idx="18"/>
          </p:nvPr>
        </p:nvSpPr>
        <p:spPr bwMode="auto"/>
        <p:txBody>
          <a:bodyPr/>
          <a:lstStyle/>
          <a:p>
            <a:pPr>
              <a:defRPr/>
            </a:pPr>
            <a:endParaRPr lang="ru-RU"/>
          </a:p>
        </p:txBody>
      </p:sp>
      <p:graphicFrame>
        <p:nvGraphicFramePr>
          <p:cNvPr id="25" name="Диаграмма 23"/>
          <p:cNvGraphicFramePr>
            <a:graphicFrameLocks noGrp="1" noChangeAspect="1"/>
          </p:cNvGraphicFramePr>
          <p:nvPr>
            <p:ph type="chart" sz="quarter" idx="19"/>
          </p:nvPr>
        </p:nvGraphicFramePr>
        <p:xfrm>
          <a:off x="6356350" y="1922463"/>
          <a:ext cx="5353050" cy="4249737"/>
        </p:xfrm>
        <a:graphic>
          <a:graphicData uri="http://schemas.openxmlformats.org/drawingml/2006/chart">
            <c:chart xmlns:c="http://schemas.openxmlformats.org/drawingml/2006/chart" xmlns:r="http://schemas.openxmlformats.org/officeDocument/2006/relationships" r:id="rId2"/>
          </a:graphicData>
        </a:graphic>
      </p:graphicFrame>
      <p:sp>
        <p:nvSpPr>
          <p:cNvPr id="6" name="Текст 5"/>
          <p:cNvSpPr>
            <a:spLocks noGrp="1"/>
          </p:cNvSpPr>
          <p:nvPr>
            <p:ph type="body" sz="quarter" idx="20"/>
          </p:nvPr>
        </p:nvSpPr>
        <p:spPr bwMode="auto"/>
        <p:txBody>
          <a:bodyPr/>
          <a:lstStyle/>
          <a:p>
            <a:pPr>
              <a:defRPr/>
            </a:pPr>
            <a:endParaRPr lang="ru-RU"/>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Заголовок 4"/>
          <p:cNvSpPr>
            <a:spLocks noGrp="1"/>
          </p:cNvSpPr>
          <p:nvPr>
            <p:ph type="title"/>
          </p:nvPr>
        </p:nvSpPr>
        <p:spPr bwMode="auto"/>
        <p:txBody>
          <a:bodyPr/>
          <a:lstStyle/>
          <a:p>
            <a:pPr>
              <a:defRPr/>
            </a:pPr>
            <a:endParaRPr lang="ru-RU"/>
          </a:p>
        </p:txBody>
      </p:sp>
      <p:sp>
        <p:nvSpPr>
          <p:cNvPr id="6" name="Текст 5"/>
          <p:cNvSpPr>
            <a:spLocks noGrp="1"/>
          </p:cNvSpPr>
          <p:nvPr>
            <p:ph type="body" sz="quarter" idx="17"/>
          </p:nvPr>
        </p:nvSpPr>
        <p:spPr bwMode="auto"/>
        <p:txBody>
          <a:bodyPr/>
          <a:lstStyle/>
          <a:p>
            <a:pPr>
              <a:defRPr/>
            </a:pPr>
            <a:endParaRPr lang="ru-RU"/>
          </a:p>
        </p:txBody>
      </p:sp>
      <p:sp>
        <p:nvSpPr>
          <p:cNvPr id="7" name="Текст 6"/>
          <p:cNvSpPr>
            <a:spLocks noGrp="1"/>
          </p:cNvSpPr>
          <p:nvPr>
            <p:ph type="body" sz="quarter" idx="19"/>
          </p:nvPr>
        </p:nvSpPr>
        <p:spPr bwMode="auto"/>
        <p:txBody>
          <a:bodyPr/>
          <a:lstStyle/>
          <a:p>
            <a:pPr>
              <a:defRPr/>
            </a:pPr>
            <a:endParaRPr lang="ru-RU"/>
          </a:p>
        </p:txBody>
      </p:sp>
      <p:graphicFrame>
        <p:nvGraphicFramePr>
          <p:cNvPr id="23" name="Диаграмма 21"/>
          <p:cNvGraphicFramePr>
            <a:graphicFrameLocks noGrp="1" noChangeAspect="1"/>
          </p:cNvGraphicFramePr>
          <p:nvPr>
            <p:ph type="chart" sz="quarter" idx="22"/>
          </p:nvPr>
        </p:nvGraphicFramePr>
        <p:xfrm>
          <a:off x="482600" y="1746250"/>
          <a:ext cx="5430838" cy="22907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0" name="Диаграмма 48"/>
          <p:cNvGraphicFramePr>
            <a:graphicFrameLocks noGrp="1" noChangeAspect="1"/>
          </p:cNvGraphicFramePr>
          <p:nvPr>
            <p:ph type="chart" sz="quarter" idx="23"/>
          </p:nvPr>
        </p:nvGraphicFramePr>
        <p:xfrm>
          <a:off x="6275388" y="1746250"/>
          <a:ext cx="5434012" cy="2290763"/>
        </p:xfrm>
        <a:graphic>
          <a:graphicData uri="http://schemas.openxmlformats.org/drawingml/2006/chart">
            <c:chart xmlns:c="http://schemas.openxmlformats.org/drawingml/2006/chart" xmlns:r="http://schemas.openxmlformats.org/officeDocument/2006/relationships" r:id="rId3"/>
          </a:graphicData>
        </a:graphic>
      </p:graphicFrame>
      <p:sp>
        <p:nvSpPr>
          <p:cNvPr id="8" name="Текст 7"/>
          <p:cNvSpPr>
            <a:spLocks noGrp="1"/>
          </p:cNvSpPr>
          <p:nvPr>
            <p:ph type="body" sz="quarter" idx="24"/>
          </p:nvPr>
        </p:nvSpPr>
        <p:spPr bwMode="auto"/>
        <p:txBody>
          <a:bodyPr/>
          <a:lstStyle/>
          <a:p>
            <a:pPr>
              <a:defRPr/>
            </a:pPr>
            <a:endParaRPr lang="ru-RU"/>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Заголовок 3"/>
          <p:cNvSpPr>
            <a:spLocks noGrp="1"/>
          </p:cNvSpPr>
          <p:nvPr>
            <p:ph type="title"/>
          </p:nvPr>
        </p:nvSpPr>
        <p:spPr bwMode="auto"/>
        <p:txBody>
          <a:bodyPr/>
          <a:lstStyle/>
          <a:p>
            <a:pPr>
              <a:defRPr/>
            </a:pPr>
            <a:endParaRPr lang="ru-RU"/>
          </a:p>
        </p:txBody>
      </p:sp>
      <p:sp>
        <p:nvSpPr>
          <p:cNvPr id="8" name="Текст 7"/>
          <p:cNvSpPr>
            <a:spLocks noGrp="1"/>
          </p:cNvSpPr>
          <p:nvPr>
            <p:ph type="body" sz="quarter" idx="21"/>
          </p:nvPr>
        </p:nvSpPr>
        <p:spPr bwMode="auto"/>
        <p:txBody>
          <a:bodyPr/>
          <a:lstStyle/>
          <a:p>
            <a:pPr>
              <a:defRPr/>
            </a:pPr>
            <a:endParaRPr lang="ru-RU"/>
          </a:p>
        </p:txBody>
      </p:sp>
      <p:graphicFrame>
        <p:nvGraphicFramePr>
          <p:cNvPr id="9" name="Диаграмма 7"/>
          <p:cNvGraphicFramePr>
            <a:graphicFrameLocks noGrp="1" noChangeAspect="1"/>
          </p:cNvGraphicFramePr>
          <p:nvPr>
            <p:ph type="chart" sz="quarter" idx="22"/>
          </p:nvPr>
        </p:nvGraphicFramePr>
        <p:xfrm>
          <a:off x="479425" y="1704975"/>
          <a:ext cx="3544887" cy="347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2" name="Диаграмма 30"/>
          <p:cNvGraphicFramePr>
            <a:graphicFrameLocks noGrp="1" noChangeAspect="1"/>
          </p:cNvGraphicFramePr>
          <p:nvPr>
            <p:ph type="chart" sz="quarter" idx="23"/>
          </p:nvPr>
        </p:nvGraphicFramePr>
        <p:xfrm>
          <a:off x="4316413" y="1704975"/>
          <a:ext cx="3544887"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10" name="Текст 9"/>
          <p:cNvSpPr>
            <a:spLocks noGrp="1"/>
          </p:cNvSpPr>
          <p:nvPr>
            <p:ph type="body" sz="quarter" idx="24"/>
          </p:nvPr>
        </p:nvSpPr>
        <p:spPr bwMode="auto"/>
        <p:txBody>
          <a:bodyPr/>
          <a:lstStyle/>
          <a:p>
            <a:pPr>
              <a:defRPr/>
            </a:pPr>
            <a:endParaRPr lang="ru-RU"/>
          </a:p>
        </p:txBody>
      </p:sp>
      <p:sp>
        <p:nvSpPr>
          <p:cNvPr id="11" name="Текст 10"/>
          <p:cNvSpPr>
            <a:spLocks noGrp="1"/>
          </p:cNvSpPr>
          <p:nvPr>
            <p:ph type="body" sz="quarter" idx="25"/>
          </p:nvPr>
        </p:nvSpPr>
        <p:spPr bwMode="auto"/>
        <p:txBody>
          <a:bodyPr/>
          <a:lstStyle/>
          <a:p>
            <a:pPr>
              <a:defRPr/>
            </a:pPr>
            <a:endParaRPr lang="ru-RU"/>
          </a:p>
        </p:txBody>
      </p:sp>
      <p:sp>
        <p:nvSpPr>
          <p:cNvPr id="5" name="Текст 4"/>
          <p:cNvSpPr>
            <a:spLocks noGrp="1"/>
          </p:cNvSpPr>
          <p:nvPr>
            <p:ph type="body" sz="quarter" idx="19"/>
          </p:nvPr>
        </p:nvSpPr>
        <p:spPr bwMode="auto"/>
        <p:txBody>
          <a:bodyPr/>
          <a:lstStyle/>
          <a:p>
            <a:pPr>
              <a:defRPr/>
            </a:pPr>
            <a:endParaRPr lang="ru-RU"/>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 name="Заголовок 8"/>
          <p:cNvSpPr>
            <a:spLocks noGrp="1"/>
          </p:cNvSpPr>
          <p:nvPr>
            <p:ph type="title"/>
          </p:nvPr>
        </p:nvSpPr>
        <p:spPr bwMode="auto"/>
        <p:txBody>
          <a:bodyPr/>
          <a:lstStyle/>
          <a:p>
            <a:pPr>
              <a:defRPr/>
            </a:pPr>
            <a:endParaRPr lang="ru-RU"/>
          </a:p>
        </p:txBody>
      </p:sp>
      <p:sp>
        <p:nvSpPr>
          <p:cNvPr id="10" name="Текст 9"/>
          <p:cNvSpPr>
            <a:spLocks noGrp="1"/>
          </p:cNvSpPr>
          <p:nvPr>
            <p:ph type="body" sz="quarter" idx="17"/>
          </p:nvPr>
        </p:nvSpPr>
        <p:spPr bwMode="auto"/>
        <p:txBody>
          <a:bodyPr/>
          <a:lstStyle/>
          <a:p>
            <a:pPr>
              <a:defRPr/>
            </a:pPr>
            <a:endParaRPr lang="ru-RU"/>
          </a:p>
        </p:txBody>
      </p:sp>
      <p:sp>
        <p:nvSpPr>
          <p:cNvPr id="11" name="Текст 10"/>
          <p:cNvSpPr>
            <a:spLocks noGrp="1"/>
          </p:cNvSpPr>
          <p:nvPr>
            <p:ph type="body" sz="quarter" idx="19"/>
          </p:nvPr>
        </p:nvSpPr>
        <p:spPr bwMode="auto"/>
        <p:txBody>
          <a:bodyPr/>
          <a:lstStyle/>
          <a:p>
            <a:pPr>
              <a:defRPr/>
            </a:pPr>
            <a:endParaRPr lang="ru-RU"/>
          </a:p>
        </p:txBody>
      </p:sp>
      <p:sp>
        <p:nvSpPr>
          <p:cNvPr id="12" name="Текст 11"/>
          <p:cNvSpPr>
            <a:spLocks noGrp="1"/>
          </p:cNvSpPr>
          <p:nvPr>
            <p:ph type="body" sz="quarter" idx="21"/>
          </p:nvPr>
        </p:nvSpPr>
        <p:spPr bwMode="auto"/>
        <p:txBody>
          <a:bodyPr/>
          <a:lstStyle/>
          <a:p>
            <a:pPr>
              <a:defRPr/>
            </a:pPr>
            <a:endParaRPr lang="ru-RU"/>
          </a:p>
        </p:txBody>
      </p:sp>
      <p:sp>
        <p:nvSpPr>
          <p:cNvPr id="13" name="Диаграмма 12"/>
          <p:cNvSpPr>
            <a:spLocks noGrp="1"/>
          </p:cNvSpPr>
          <p:nvPr>
            <p:ph type="chart" sz="quarter" idx="22"/>
          </p:nvPr>
        </p:nvSpPr>
        <p:spPr bwMode="auto"/>
        <p:txBody>
          <a:bodyPr/>
          <a:lstStyle/>
          <a:p>
            <a:endParaRPr lang="ru-RU"/>
          </a:p>
        </p:txBody>
      </p:sp>
      <p:sp>
        <p:nvSpPr>
          <p:cNvPr id="14" name="Диаграмма 13"/>
          <p:cNvSpPr>
            <a:spLocks noGrp="1"/>
          </p:cNvSpPr>
          <p:nvPr>
            <p:ph type="chart" sz="quarter" idx="23"/>
          </p:nvPr>
        </p:nvSpPr>
        <p:spPr bwMode="auto"/>
        <p:txBody>
          <a:bodyPr/>
          <a:lstStyle/>
          <a:p>
            <a:endParaRPr lang="ru-RU"/>
          </a:p>
        </p:txBody>
      </p:sp>
      <p:sp>
        <p:nvSpPr>
          <p:cNvPr id="15" name="Диаграмма 14"/>
          <p:cNvSpPr>
            <a:spLocks noGrp="1"/>
          </p:cNvSpPr>
          <p:nvPr>
            <p:ph type="chart" sz="quarter" idx="24"/>
          </p:nvPr>
        </p:nvSpPr>
        <p:spPr bwMode="auto"/>
        <p:txBody>
          <a:bodyPr/>
          <a:lstStyle/>
          <a:p>
            <a:endParaRPr lang="ru-RU"/>
          </a:p>
        </p:txBody>
      </p:sp>
      <p:sp>
        <p:nvSpPr>
          <p:cNvPr id="16" name="Текст 15"/>
          <p:cNvSpPr>
            <a:spLocks noGrp="1"/>
          </p:cNvSpPr>
          <p:nvPr>
            <p:ph type="body" sz="quarter" idx="25"/>
          </p:nvPr>
        </p:nvSpPr>
        <p:spPr bwMode="auto"/>
        <p:txBody>
          <a:bodyPr/>
          <a:lstStyle/>
          <a:p>
            <a:pPr>
              <a:defRPr/>
            </a:pPr>
            <a:endParaRPr lang="ru-RU"/>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 name="Заголовок 14"/>
          <p:cNvSpPr>
            <a:spLocks noGrp="1"/>
          </p:cNvSpPr>
          <p:nvPr>
            <p:ph type="title"/>
          </p:nvPr>
        </p:nvSpPr>
        <p:spPr bwMode="auto"/>
        <p:txBody>
          <a:bodyPr/>
          <a:lstStyle/>
          <a:p>
            <a:pPr>
              <a:defRPr/>
            </a:pPr>
            <a:endParaRPr lang="ru-RU"/>
          </a:p>
        </p:txBody>
      </p:sp>
      <p:sp>
        <p:nvSpPr>
          <p:cNvPr id="16" name="Текст 15"/>
          <p:cNvSpPr>
            <a:spLocks noGrp="1"/>
          </p:cNvSpPr>
          <p:nvPr>
            <p:ph type="body" sz="quarter" idx="17"/>
          </p:nvPr>
        </p:nvSpPr>
        <p:spPr bwMode="auto"/>
        <p:txBody>
          <a:bodyPr/>
          <a:lstStyle/>
          <a:p>
            <a:pPr>
              <a:defRPr/>
            </a:pPr>
            <a:endParaRPr lang="ru-RU"/>
          </a:p>
        </p:txBody>
      </p:sp>
      <p:sp>
        <p:nvSpPr>
          <p:cNvPr id="18" name="Текст 17"/>
          <p:cNvSpPr>
            <a:spLocks noGrp="1"/>
          </p:cNvSpPr>
          <p:nvPr>
            <p:ph type="body" sz="quarter" idx="22"/>
          </p:nvPr>
        </p:nvSpPr>
        <p:spPr bwMode="auto"/>
        <p:txBody>
          <a:bodyPr>
            <a:normAutofit fontScale="92500" lnSpcReduction="20000"/>
          </a:bodyPr>
          <a:lstStyle/>
          <a:p>
            <a:pPr>
              <a:defRPr/>
            </a:pPr>
            <a:endParaRPr lang="ru-RU"/>
          </a:p>
        </p:txBody>
      </p:sp>
      <p:sp>
        <p:nvSpPr>
          <p:cNvPr id="19" name="Текст 18"/>
          <p:cNvSpPr>
            <a:spLocks noGrp="1"/>
          </p:cNvSpPr>
          <p:nvPr>
            <p:ph type="body" sz="quarter" idx="23"/>
          </p:nvPr>
        </p:nvSpPr>
        <p:spPr bwMode="auto"/>
        <p:txBody>
          <a:bodyPr/>
          <a:lstStyle/>
          <a:p>
            <a:pPr>
              <a:defRPr/>
            </a:pPr>
            <a:endParaRPr lang="ru-RU"/>
          </a:p>
        </p:txBody>
      </p:sp>
      <p:sp>
        <p:nvSpPr>
          <p:cNvPr id="20" name="Текст 19"/>
          <p:cNvSpPr>
            <a:spLocks noGrp="1"/>
          </p:cNvSpPr>
          <p:nvPr>
            <p:ph type="body" sz="quarter" idx="24"/>
          </p:nvPr>
        </p:nvSpPr>
        <p:spPr bwMode="auto"/>
        <p:txBody>
          <a:bodyPr>
            <a:normAutofit fontScale="92500" lnSpcReduction="20000"/>
          </a:bodyPr>
          <a:lstStyle/>
          <a:p>
            <a:pPr>
              <a:defRPr/>
            </a:pPr>
            <a:endParaRPr lang="ru-RU"/>
          </a:p>
        </p:txBody>
      </p:sp>
      <p:sp>
        <p:nvSpPr>
          <p:cNvPr id="21" name="Текст 20"/>
          <p:cNvSpPr>
            <a:spLocks noGrp="1"/>
          </p:cNvSpPr>
          <p:nvPr>
            <p:ph type="body" sz="quarter" idx="25"/>
          </p:nvPr>
        </p:nvSpPr>
        <p:spPr bwMode="auto"/>
        <p:txBody>
          <a:bodyPr/>
          <a:lstStyle/>
          <a:p>
            <a:pPr>
              <a:defRPr/>
            </a:pPr>
            <a:endParaRPr lang="ru-RU"/>
          </a:p>
        </p:txBody>
      </p:sp>
      <p:sp>
        <p:nvSpPr>
          <p:cNvPr id="22" name="Текст 21"/>
          <p:cNvSpPr>
            <a:spLocks noGrp="1"/>
          </p:cNvSpPr>
          <p:nvPr>
            <p:ph type="body" sz="quarter" idx="26"/>
          </p:nvPr>
        </p:nvSpPr>
        <p:spPr bwMode="auto"/>
        <p:txBody>
          <a:bodyPr>
            <a:normAutofit fontScale="92500" lnSpcReduction="20000"/>
          </a:bodyPr>
          <a:lstStyle/>
          <a:p>
            <a:pPr>
              <a:defRPr/>
            </a:pPr>
            <a:endParaRPr lang="ru-RU"/>
          </a:p>
        </p:txBody>
      </p:sp>
      <p:sp>
        <p:nvSpPr>
          <p:cNvPr id="23" name="Текст 22"/>
          <p:cNvSpPr>
            <a:spLocks noGrp="1"/>
          </p:cNvSpPr>
          <p:nvPr>
            <p:ph type="body" sz="quarter" idx="27"/>
          </p:nvPr>
        </p:nvSpPr>
        <p:spPr bwMode="auto"/>
        <p:txBody>
          <a:bodyPr/>
          <a:lstStyle/>
          <a:p>
            <a:pPr>
              <a:defRPr/>
            </a:pPr>
            <a:endParaRPr lang="ru-RU"/>
          </a:p>
        </p:txBody>
      </p:sp>
      <p:sp>
        <p:nvSpPr>
          <p:cNvPr id="24" name="Текст 23"/>
          <p:cNvSpPr>
            <a:spLocks noGrp="1"/>
          </p:cNvSpPr>
          <p:nvPr>
            <p:ph type="body" sz="quarter" idx="28"/>
          </p:nvPr>
        </p:nvSpPr>
        <p:spPr bwMode="auto"/>
        <p:txBody>
          <a:bodyPr>
            <a:normAutofit fontScale="92500" lnSpcReduction="20000"/>
          </a:bodyPr>
          <a:lstStyle/>
          <a:p>
            <a:pPr>
              <a:defRPr/>
            </a:pPr>
            <a:endParaRPr lang="ru-RU"/>
          </a:p>
        </p:txBody>
      </p:sp>
      <p:sp>
        <p:nvSpPr>
          <p:cNvPr id="25" name="Текст 24"/>
          <p:cNvSpPr>
            <a:spLocks noGrp="1"/>
          </p:cNvSpPr>
          <p:nvPr>
            <p:ph type="body" sz="quarter" idx="29"/>
          </p:nvPr>
        </p:nvSpPr>
        <p:spPr bwMode="auto"/>
        <p:txBody>
          <a:bodyPr/>
          <a:lstStyle/>
          <a:p>
            <a:pPr>
              <a:defRPr/>
            </a:pPr>
            <a:endParaRPr lang="ru-RU"/>
          </a:p>
        </p:txBody>
      </p:sp>
      <p:sp>
        <p:nvSpPr>
          <p:cNvPr id="26" name="Текст 25"/>
          <p:cNvSpPr>
            <a:spLocks noGrp="1"/>
          </p:cNvSpPr>
          <p:nvPr>
            <p:ph type="body" sz="quarter" idx="30"/>
          </p:nvPr>
        </p:nvSpPr>
        <p:spPr bwMode="auto"/>
        <p:txBody>
          <a:bodyPr>
            <a:normAutofit fontScale="92500" lnSpcReduction="20000"/>
          </a:bodyPr>
          <a:lstStyle/>
          <a:p>
            <a:pPr>
              <a:defRPr/>
            </a:pPr>
            <a:endParaRPr lang="ru-RU"/>
          </a:p>
        </p:txBody>
      </p:sp>
      <p:sp>
        <p:nvSpPr>
          <p:cNvPr id="27" name="Текст 26"/>
          <p:cNvSpPr>
            <a:spLocks noGrp="1"/>
          </p:cNvSpPr>
          <p:nvPr>
            <p:ph type="body" sz="quarter" idx="31"/>
          </p:nvPr>
        </p:nvSpPr>
        <p:spPr bwMode="auto"/>
        <p:txBody>
          <a:bodyPr/>
          <a:lstStyle/>
          <a:p>
            <a:pPr>
              <a:defRPr/>
            </a:pPr>
            <a:endParaRPr lang="ru-RU"/>
          </a:p>
        </p:txBody>
      </p:sp>
      <p:sp>
        <p:nvSpPr>
          <p:cNvPr id="28" name="Текст 27"/>
          <p:cNvSpPr>
            <a:spLocks noGrp="1"/>
          </p:cNvSpPr>
          <p:nvPr>
            <p:ph type="body" sz="quarter" idx="32"/>
          </p:nvPr>
        </p:nvSpPr>
        <p:spPr bwMode="auto"/>
        <p:txBody>
          <a:bodyPr>
            <a:normAutofit fontScale="92500" lnSpcReduction="20000"/>
          </a:bodyPr>
          <a:lstStyle/>
          <a:p>
            <a:pPr>
              <a:defRPr/>
            </a:pPr>
            <a:endParaRPr lang="ru-RU"/>
          </a:p>
        </p:txBody>
      </p:sp>
      <p:sp>
        <p:nvSpPr>
          <p:cNvPr id="17" name="Текст 16"/>
          <p:cNvSpPr>
            <a:spLocks noGrp="1"/>
          </p:cNvSpPr>
          <p:nvPr>
            <p:ph type="body" sz="quarter" idx="19"/>
          </p:nvPr>
        </p:nvSpPr>
        <p:spPr bwMode="auto"/>
        <p:txBody>
          <a:bodyPr/>
          <a:lstStyle/>
          <a:p>
            <a:pPr>
              <a:defRPr/>
            </a:pPr>
            <a:endParaRPr lang="ru-RU"/>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 name="Заголовок 16"/>
          <p:cNvSpPr>
            <a:spLocks noGrp="1"/>
          </p:cNvSpPr>
          <p:nvPr>
            <p:ph type="title"/>
          </p:nvPr>
        </p:nvSpPr>
        <p:spPr bwMode="auto"/>
        <p:txBody>
          <a:bodyPr/>
          <a:lstStyle/>
          <a:p>
            <a:pPr>
              <a:defRPr/>
            </a:pPr>
            <a:endParaRPr lang="ru-RU"/>
          </a:p>
        </p:txBody>
      </p:sp>
      <p:sp>
        <p:nvSpPr>
          <p:cNvPr id="18" name="Текст 17"/>
          <p:cNvSpPr>
            <a:spLocks noGrp="1"/>
          </p:cNvSpPr>
          <p:nvPr>
            <p:ph type="body" sz="quarter" idx="17"/>
          </p:nvPr>
        </p:nvSpPr>
        <p:spPr bwMode="auto"/>
        <p:txBody>
          <a:bodyPr/>
          <a:lstStyle/>
          <a:p>
            <a:pPr>
              <a:defRPr/>
            </a:pPr>
            <a:endParaRPr lang="ru-RU"/>
          </a:p>
        </p:txBody>
      </p:sp>
      <p:sp>
        <p:nvSpPr>
          <p:cNvPr id="20" name="Текст 19"/>
          <p:cNvSpPr>
            <a:spLocks noGrp="1"/>
          </p:cNvSpPr>
          <p:nvPr>
            <p:ph type="body" sz="quarter" idx="22"/>
          </p:nvPr>
        </p:nvSpPr>
        <p:spPr bwMode="auto"/>
        <p:txBody>
          <a:bodyPr>
            <a:normAutofit fontScale="92500" lnSpcReduction="20000"/>
          </a:bodyPr>
          <a:lstStyle/>
          <a:p>
            <a:pPr>
              <a:defRPr/>
            </a:pPr>
            <a:endParaRPr lang="ru-RU"/>
          </a:p>
        </p:txBody>
      </p:sp>
      <p:sp>
        <p:nvSpPr>
          <p:cNvPr id="21" name="Текст 20"/>
          <p:cNvSpPr>
            <a:spLocks noGrp="1"/>
          </p:cNvSpPr>
          <p:nvPr>
            <p:ph type="body" sz="quarter" idx="23"/>
          </p:nvPr>
        </p:nvSpPr>
        <p:spPr bwMode="auto"/>
        <p:txBody>
          <a:bodyPr/>
          <a:lstStyle/>
          <a:p>
            <a:pPr>
              <a:defRPr/>
            </a:pPr>
            <a:endParaRPr lang="ru-RU"/>
          </a:p>
        </p:txBody>
      </p:sp>
      <p:sp>
        <p:nvSpPr>
          <p:cNvPr id="22" name="Текст 21"/>
          <p:cNvSpPr>
            <a:spLocks noGrp="1"/>
          </p:cNvSpPr>
          <p:nvPr>
            <p:ph type="body" sz="quarter" idx="24"/>
          </p:nvPr>
        </p:nvSpPr>
        <p:spPr bwMode="auto"/>
        <p:txBody>
          <a:bodyPr>
            <a:normAutofit fontScale="92500" lnSpcReduction="20000"/>
          </a:bodyPr>
          <a:lstStyle/>
          <a:p>
            <a:pPr>
              <a:defRPr/>
            </a:pPr>
            <a:endParaRPr lang="ru-RU"/>
          </a:p>
        </p:txBody>
      </p:sp>
      <p:sp>
        <p:nvSpPr>
          <p:cNvPr id="23" name="Текст 22"/>
          <p:cNvSpPr>
            <a:spLocks noGrp="1"/>
          </p:cNvSpPr>
          <p:nvPr>
            <p:ph type="body" sz="quarter" idx="25"/>
          </p:nvPr>
        </p:nvSpPr>
        <p:spPr bwMode="auto"/>
        <p:txBody>
          <a:bodyPr/>
          <a:lstStyle/>
          <a:p>
            <a:pPr>
              <a:defRPr/>
            </a:pPr>
            <a:endParaRPr lang="ru-RU"/>
          </a:p>
        </p:txBody>
      </p:sp>
      <p:sp>
        <p:nvSpPr>
          <p:cNvPr id="24" name="Текст 23"/>
          <p:cNvSpPr>
            <a:spLocks noGrp="1"/>
          </p:cNvSpPr>
          <p:nvPr>
            <p:ph type="body" sz="quarter" idx="26"/>
          </p:nvPr>
        </p:nvSpPr>
        <p:spPr bwMode="auto"/>
        <p:txBody>
          <a:bodyPr>
            <a:normAutofit fontScale="92500" lnSpcReduction="20000"/>
          </a:bodyPr>
          <a:lstStyle/>
          <a:p>
            <a:pPr>
              <a:defRPr/>
            </a:pPr>
            <a:endParaRPr lang="ru-RU"/>
          </a:p>
        </p:txBody>
      </p:sp>
      <p:sp>
        <p:nvSpPr>
          <p:cNvPr id="19" name="Текст 18"/>
          <p:cNvSpPr>
            <a:spLocks noGrp="1"/>
          </p:cNvSpPr>
          <p:nvPr>
            <p:ph type="body" sz="quarter" idx="19"/>
          </p:nvPr>
        </p:nvSpPr>
        <p:spPr bwMode="auto"/>
        <p:txBody>
          <a:bodyPr/>
          <a:lstStyle/>
          <a:p>
            <a:pPr>
              <a:defRPr/>
            </a:pPr>
            <a:endParaRPr lang="ru-RU"/>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 name="Заголовок 5"/>
          <p:cNvSpPr>
            <a:spLocks noGrp="1"/>
          </p:cNvSpPr>
          <p:nvPr>
            <p:ph type="title"/>
          </p:nvPr>
        </p:nvSpPr>
        <p:spPr bwMode="auto"/>
        <p:txBody>
          <a:bodyPr/>
          <a:lstStyle/>
          <a:p>
            <a:pPr>
              <a:defRPr/>
            </a:pPr>
            <a:endParaRPr lang="ru-RU"/>
          </a:p>
        </p:txBody>
      </p:sp>
      <p:sp>
        <p:nvSpPr>
          <p:cNvPr id="7" name="Текст 6"/>
          <p:cNvSpPr>
            <a:spLocks noGrp="1"/>
          </p:cNvSpPr>
          <p:nvPr>
            <p:ph type="body" sz="quarter" idx="17"/>
          </p:nvPr>
        </p:nvSpPr>
        <p:spPr bwMode="auto"/>
        <p:txBody>
          <a:bodyPr/>
          <a:lstStyle/>
          <a:p>
            <a:pPr>
              <a:defRPr/>
            </a:pPr>
            <a:endParaRPr lang="ru-RU"/>
          </a:p>
        </p:txBody>
      </p:sp>
      <p:sp>
        <p:nvSpPr>
          <p:cNvPr id="8" name="Текст 7"/>
          <p:cNvSpPr>
            <a:spLocks noGrp="1"/>
          </p:cNvSpPr>
          <p:nvPr>
            <p:ph type="body" sz="quarter" idx="19"/>
          </p:nvPr>
        </p:nvSpPr>
        <p:spPr bwMode="auto"/>
        <p:txBody>
          <a:bodyPr/>
          <a:lstStyle/>
          <a:p>
            <a:pPr>
              <a:defRPr/>
            </a:pPr>
            <a:endParaRPr lang="ru-RU"/>
          </a:p>
        </p:txBody>
      </p:sp>
      <p:sp>
        <p:nvSpPr>
          <p:cNvPr id="9" name="Текст 8"/>
          <p:cNvSpPr>
            <a:spLocks noGrp="1"/>
          </p:cNvSpPr>
          <p:nvPr>
            <p:ph type="body" sz="quarter" idx="21"/>
          </p:nvPr>
        </p:nvSpPr>
        <p:spPr bwMode="auto"/>
        <p:txBody>
          <a:bodyPr/>
          <a:lstStyle/>
          <a:p>
            <a:pPr>
              <a:defRPr/>
            </a:pPr>
            <a:endParaRPr lang="ru-RU"/>
          </a:p>
        </p:txBody>
      </p:sp>
      <p:sp>
        <p:nvSpPr>
          <p:cNvPr id="10" name="Текст 9"/>
          <p:cNvSpPr>
            <a:spLocks noGrp="1"/>
          </p:cNvSpPr>
          <p:nvPr>
            <p:ph type="body" sz="quarter" idx="22"/>
          </p:nvPr>
        </p:nvSpPr>
        <p:spPr bwMode="auto"/>
        <p:txBody>
          <a:bodyPr/>
          <a:lstStyle/>
          <a:p>
            <a:pPr>
              <a:defRPr/>
            </a:pPr>
            <a:endParaRPr lang="ru-RU"/>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Заголовок 3"/>
          <p:cNvSpPr>
            <a:spLocks noGrp="1"/>
          </p:cNvSpPr>
          <p:nvPr>
            <p:ph type="title"/>
          </p:nvPr>
        </p:nvSpPr>
        <p:spPr bwMode="auto"/>
        <p:txBody>
          <a:bodyPr/>
          <a:lstStyle/>
          <a:p>
            <a:pPr>
              <a:defRPr/>
            </a:pPr>
            <a:endParaRPr lang="ru-RU"/>
          </a:p>
        </p:txBody>
      </p:sp>
      <p:sp>
        <p:nvSpPr>
          <p:cNvPr id="5" name="Текст 4"/>
          <p:cNvSpPr>
            <a:spLocks noGrp="1"/>
          </p:cNvSpPr>
          <p:nvPr>
            <p:ph type="body" sz="quarter" idx="17"/>
          </p:nvPr>
        </p:nvSpPr>
        <p:spPr bwMode="auto"/>
        <p:txBody>
          <a:bodyPr/>
          <a:lstStyle/>
          <a:p>
            <a:pPr>
              <a:defRPr/>
            </a:pPr>
            <a:endParaRPr lang="ru-RU"/>
          </a:p>
        </p:txBody>
      </p:sp>
      <p:sp>
        <p:nvSpPr>
          <p:cNvPr id="6" name="Текст 5"/>
          <p:cNvSpPr>
            <a:spLocks noGrp="1"/>
          </p:cNvSpPr>
          <p:nvPr>
            <p:ph type="body" sz="quarter" idx="19"/>
          </p:nvPr>
        </p:nvSpPr>
        <p:spPr bwMode="auto"/>
        <p:txBody>
          <a:bodyPr/>
          <a:lstStyle/>
          <a:p>
            <a:pPr>
              <a:defRPr/>
            </a:pPr>
            <a:endParaRPr lang="ru-RU"/>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 name="Заголовок 7"/>
          <p:cNvSpPr>
            <a:spLocks noGrp="1"/>
          </p:cNvSpPr>
          <p:nvPr>
            <p:ph type="title"/>
          </p:nvPr>
        </p:nvSpPr>
        <p:spPr bwMode="auto"/>
        <p:txBody>
          <a:bodyPr/>
          <a:lstStyle/>
          <a:p>
            <a:pPr>
              <a:defRPr/>
            </a:pPr>
            <a:endParaRPr lang="ru-RU"/>
          </a:p>
        </p:txBody>
      </p:sp>
      <p:sp>
        <p:nvSpPr>
          <p:cNvPr id="9" name="Текст 8"/>
          <p:cNvSpPr>
            <a:spLocks noGrp="1"/>
          </p:cNvSpPr>
          <p:nvPr>
            <p:ph type="body" sz="quarter" idx="14"/>
          </p:nvPr>
        </p:nvSpPr>
        <p:spPr bwMode="auto"/>
        <p:txBody>
          <a:bodyPr/>
          <a:lstStyle/>
          <a:p>
            <a:pPr>
              <a:defRPr/>
            </a:pPr>
            <a:endParaRPr lang="ru-RU"/>
          </a:p>
        </p:txBody>
      </p:sp>
      <p:sp>
        <p:nvSpPr>
          <p:cNvPr id="11" name="Текст 10"/>
          <p:cNvSpPr>
            <a:spLocks noGrp="1"/>
          </p:cNvSpPr>
          <p:nvPr>
            <p:ph type="body" sz="quarter" idx="21"/>
          </p:nvPr>
        </p:nvSpPr>
        <p:spPr bwMode="auto"/>
        <p:txBody>
          <a:bodyPr/>
          <a:lstStyle/>
          <a:p>
            <a:pPr>
              <a:defRPr/>
            </a:pPr>
            <a:endParaRPr lang="ru-RU"/>
          </a:p>
        </p:txBody>
      </p:sp>
      <p:sp>
        <p:nvSpPr>
          <p:cNvPr id="12" name="Текст 11"/>
          <p:cNvSpPr>
            <a:spLocks noGrp="1"/>
          </p:cNvSpPr>
          <p:nvPr>
            <p:ph type="body" sz="quarter" idx="23"/>
          </p:nvPr>
        </p:nvSpPr>
        <p:spPr bwMode="auto"/>
        <p:txBody>
          <a:bodyPr/>
          <a:lstStyle/>
          <a:p>
            <a:pPr>
              <a:defRPr/>
            </a:pPr>
            <a:endParaRPr lang="ru-RU"/>
          </a:p>
        </p:txBody>
      </p:sp>
      <p:graphicFrame>
        <p:nvGraphicFramePr>
          <p:cNvPr id="7" name="Таблица 7"/>
          <p:cNvGraphicFramePr>
            <a:graphicFrameLocks noGrp="1"/>
          </p:cNvGraphicFramePr>
          <p:nvPr>
            <p:ph type="tbl" sz="quarter" idx="24"/>
          </p:nvPr>
        </p:nvGraphicFramePr>
        <p:xfrm>
          <a:off x="479425" y="2428875"/>
          <a:ext cx="7673975" cy="3123949"/>
        </p:xfrm>
        <a:graphic>
          <a:graphicData uri="http://schemas.openxmlformats.org/drawingml/2006/table">
            <a:tbl>
              <a:tblPr firstRow="1" bandRow="1">
                <a:tableStyleId>{7E9639D4-E3E2-4D34-9284-5A2195B3D0D7}</a:tableStyleId>
              </a:tblPr>
              <a:tblGrid>
                <a:gridCol w="1534795">
                  <a:extLst>
                    <a:ext uri="{9D8B030D-6E8A-4147-A177-3AD203B41FA5}">
                      <a16:colId xmlns:a16="http://schemas.microsoft.com/office/drawing/2014/main" val="20000"/>
                    </a:ext>
                  </a:extLst>
                </a:gridCol>
                <a:gridCol w="1534795">
                  <a:extLst>
                    <a:ext uri="{9D8B030D-6E8A-4147-A177-3AD203B41FA5}">
                      <a16:colId xmlns:a16="http://schemas.microsoft.com/office/drawing/2014/main" val="20001"/>
                    </a:ext>
                  </a:extLst>
                </a:gridCol>
                <a:gridCol w="1534795">
                  <a:extLst>
                    <a:ext uri="{9D8B030D-6E8A-4147-A177-3AD203B41FA5}">
                      <a16:colId xmlns:a16="http://schemas.microsoft.com/office/drawing/2014/main" val="20002"/>
                    </a:ext>
                  </a:extLst>
                </a:gridCol>
                <a:gridCol w="1534795">
                  <a:extLst>
                    <a:ext uri="{9D8B030D-6E8A-4147-A177-3AD203B41FA5}">
                      <a16:colId xmlns:a16="http://schemas.microsoft.com/office/drawing/2014/main" val="20003"/>
                    </a:ext>
                  </a:extLst>
                </a:gridCol>
                <a:gridCol w="1534795">
                  <a:extLst>
                    <a:ext uri="{9D8B030D-6E8A-4147-A177-3AD203B41FA5}">
                      <a16:colId xmlns:a16="http://schemas.microsoft.com/office/drawing/2014/main" val="20004"/>
                    </a:ext>
                  </a:extLst>
                </a:gridCol>
              </a:tblGrid>
              <a:tr h="523963">
                <a:tc>
                  <a:txBody>
                    <a:bodyPr/>
                    <a:lstStyle/>
                    <a:p>
                      <a:pPr>
                        <a:defRPr/>
                      </a:pPr>
                      <a:endParaRPr lang="ru-RU"/>
                    </a:p>
                  </a:txBody>
                  <a:tcPr>
                    <a:lnR w="12700" algn="ctr">
                      <a:solidFill>
                        <a:schemeClr val="tx1"/>
                      </a:solidFill>
                    </a:lnR>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B w="12700" algn="ctr">
                      <a:solidFill>
                        <a:schemeClr val="tx1"/>
                      </a:solidFill>
                      <a:round/>
                    </a:lnB>
                  </a:tcPr>
                </a:tc>
                <a:tc>
                  <a:txBody>
                    <a:bodyPr/>
                    <a:lstStyle/>
                    <a:p>
                      <a:pPr>
                        <a:defRPr/>
                      </a:pPr>
                      <a:endParaRPr lang="ru-RU"/>
                    </a:p>
                  </a:txBody>
                  <a:tcPr>
                    <a:lnL w="12700" algn="ctr">
                      <a:solidFill>
                        <a:schemeClr val="tx1"/>
                      </a:solidFill>
                    </a:lnL>
                    <a:lnB w="12700" algn="ctr">
                      <a:solidFill>
                        <a:schemeClr val="tx1"/>
                      </a:solidFill>
                      <a:round/>
                    </a:lnB>
                  </a:tcPr>
                </a:tc>
                <a:extLst>
                  <a:ext uri="{0D108BD9-81ED-4DB2-BD59-A6C34878D82A}">
                    <a16:rowId xmlns:a16="http://schemas.microsoft.com/office/drawing/2014/main" val="10000"/>
                  </a:ext>
                </a:extLst>
              </a:tr>
              <a:tr h="2599986">
                <a:tc>
                  <a:txBody>
                    <a:bodyPr/>
                    <a:lstStyle/>
                    <a:p>
                      <a:pPr>
                        <a:defRPr/>
                      </a:pPr>
                      <a:endParaRPr lang="ru-RU"/>
                    </a:p>
                  </a:txBody>
                  <a:tcPr>
                    <a:lnR w="12700" algn="ctr">
                      <a:solidFill>
                        <a:schemeClr val="tx1"/>
                      </a:solidFill>
                      <a:round/>
                    </a:lnR>
                    <a:lnT w="12700" algn="ctr">
                      <a:solidFill>
                        <a:schemeClr val="tx1"/>
                      </a:solidFill>
                    </a:lnT>
                  </a:tcPr>
                </a:tc>
                <a:tc>
                  <a:txBody>
                    <a:bodyPr/>
                    <a:lstStyle/>
                    <a:p>
                      <a:pPr>
                        <a:defRPr/>
                      </a:pPr>
                      <a:endParaRPr lang="ru-RU"/>
                    </a:p>
                  </a:txBody>
                  <a:tcPr>
                    <a:lnL w="12700" algn="ctr">
                      <a:solidFill>
                        <a:schemeClr val="tx1"/>
                      </a:solidFill>
                      <a:round/>
                    </a:lnL>
                    <a:lnR w="12700" algn="ctr">
                      <a:solidFill>
                        <a:schemeClr val="tx1"/>
                      </a:solidFill>
                      <a:round/>
                    </a:lnR>
                    <a:lnT w="12700" algn="ctr">
                      <a:solidFill>
                        <a:schemeClr val="tx1"/>
                      </a:solidFill>
                    </a:lnT>
                  </a:tcPr>
                </a:tc>
                <a:tc>
                  <a:txBody>
                    <a:bodyPr/>
                    <a:lstStyle/>
                    <a:p>
                      <a:pPr>
                        <a:defRPr/>
                      </a:pPr>
                      <a:endParaRPr lang="ru-RU"/>
                    </a:p>
                  </a:txBody>
                  <a:tcPr>
                    <a:lnL w="12700" algn="ctr">
                      <a:solidFill>
                        <a:schemeClr val="tx1"/>
                      </a:solidFill>
                      <a:round/>
                    </a:lnL>
                    <a:lnR w="12700" algn="ctr">
                      <a:solidFill>
                        <a:schemeClr val="tx1"/>
                      </a:solidFill>
                      <a:round/>
                    </a:lnR>
                    <a:lnT w="12700" algn="ctr">
                      <a:solidFill>
                        <a:schemeClr val="tx1"/>
                      </a:solidFill>
                    </a:lnT>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tcPr>
                </a:tc>
                <a:tc>
                  <a:txBody>
                    <a:bodyPr/>
                    <a:lstStyle/>
                    <a:p>
                      <a:pPr>
                        <a:defRPr/>
                      </a:pPr>
                      <a:endParaRPr lang="ru-RU"/>
                    </a:p>
                  </a:txBody>
                  <a:tcPr>
                    <a:lnL w="12700" algn="ctr">
                      <a:solidFill>
                        <a:schemeClr val="tx1"/>
                      </a:solidFill>
                      <a:round/>
                    </a:lnL>
                    <a:lnT w="12700" algn="ctr">
                      <a:solidFill>
                        <a:schemeClr val="tx1"/>
                      </a:solidFill>
                    </a:lnT>
                  </a:tcPr>
                </a:tc>
                <a:extLst>
                  <a:ext uri="{0D108BD9-81ED-4DB2-BD59-A6C34878D82A}">
                    <a16:rowId xmlns:a16="http://schemas.microsoft.com/office/drawing/2014/main" val="10001"/>
                  </a:ext>
                </a:extLst>
              </a:tr>
            </a:tbl>
          </a:graphicData>
        </a:graphic>
      </p:graphicFrame>
      <p:sp>
        <p:nvSpPr>
          <p:cNvPr id="10" name="Текст 9"/>
          <p:cNvSpPr>
            <a:spLocks noGrp="1"/>
          </p:cNvSpPr>
          <p:nvPr>
            <p:ph type="body" sz="quarter" idx="19"/>
          </p:nvPr>
        </p:nvSpPr>
        <p:spPr bwMode="auto"/>
        <p:txBody>
          <a:bodyPr/>
          <a:lstStyle/>
          <a:p>
            <a:pPr>
              <a:defRPr/>
            </a:pPr>
            <a:endParaRPr lang="ru-RU"/>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Заголовок 6"/>
          <p:cNvSpPr>
            <a:spLocks noGrp="1"/>
          </p:cNvSpPr>
          <p:nvPr>
            <p:ph type="title"/>
          </p:nvPr>
        </p:nvSpPr>
        <p:spPr bwMode="auto"/>
        <p:txBody>
          <a:bodyPr/>
          <a:lstStyle/>
          <a:p>
            <a:pPr>
              <a:defRPr/>
            </a:pPr>
            <a:endParaRPr lang="ru-RU"/>
          </a:p>
        </p:txBody>
      </p:sp>
      <p:sp>
        <p:nvSpPr>
          <p:cNvPr id="8" name="Текст 7"/>
          <p:cNvSpPr>
            <a:spLocks noGrp="1"/>
          </p:cNvSpPr>
          <p:nvPr>
            <p:ph type="body" sz="quarter" idx="14"/>
          </p:nvPr>
        </p:nvSpPr>
        <p:spPr bwMode="auto"/>
        <p:txBody>
          <a:bodyPr/>
          <a:lstStyle/>
          <a:p>
            <a:pPr>
              <a:defRPr/>
            </a:pPr>
            <a:endParaRPr lang="ru-RU"/>
          </a:p>
        </p:txBody>
      </p:sp>
      <p:sp>
        <p:nvSpPr>
          <p:cNvPr id="10" name="Текст 9"/>
          <p:cNvSpPr>
            <a:spLocks noGrp="1"/>
          </p:cNvSpPr>
          <p:nvPr>
            <p:ph type="body" sz="quarter" idx="23"/>
          </p:nvPr>
        </p:nvSpPr>
        <p:spPr bwMode="auto"/>
        <p:txBody>
          <a:bodyPr/>
          <a:lstStyle/>
          <a:p>
            <a:pPr>
              <a:defRPr/>
            </a:pPr>
            <a:endParaRPr lang="ru-RU"/>
          </a:p>
        </p:txBody>
      </p:sp>
      <p:graphicFrame>
        <p:nvGraphicFramePr>
          <p:cNvPr id="6" name="Таблица 6"/>
          <p:cNvGraphicFramePr>
            <a:graphicFrameLocks noGrp="1"/>
          </p:cNvGraphicFramePr>
          <p:nvPr>
            <p:ph type="tbl" sz="quarter" idx="24"/>
          </p:nvPr>
        </p:nvGraphicFramePr>
        <p:xfrm>
          <a:off x="479425" y="2428875"/>
          <a:ext cx="11225208" cy="3142832"/>
        </p:xfrm>
        <a:graphic>
          <a:graphicData uri="http://schemas.openxmlformats.org/drawingml/2006/table">
            <a:tbl>
              <a:tblPr firstRow="1" bandRow="1">
                <a:tableStyleId>{0E3FDE45-AF77-4B5C-9715-49D594BDF05E}</a:tableStyleId>
              </a:tblPr>
              <a:tblGrid>
                <a:gridCol w="1403151">
                  <a:extLst>
                    <a:ext uri="{9D8B030D-6E8A-4147-A177-3AD203B41FA5}">
                      <a16:colId xmlns:a16="http://schemas.microsoft.com/office/drawing/2014/main" val="20000"/>
                    </a:ext>
                  </a:extLst>
                </a:gridCol>
                <a:gridCol w="1403151">
                  <a:extLst>
                    <a:ext uri="{9D8B030D-6E8A-4147-A177-3AD203B41FA5}">
                      <a16:colId xmlns:a16="http://schemas.microsoft.com/office/drawing/2014/main" val="20001"/>
                    </a:ext>
                  </a:extLst>
                </a:gridCol>
                <a:gridCol w="1403151">
                  <a:extLst>
                    <a:ext uri="{9D8B030D-6E8A-4147-A177-3AD203B41FA5}">
                      <a16:colId xmlns:a16="http://schemas.microsoft.com/office/drawing/2014/main" val="20002"/>
                    </a:ext>
                  </a:extLst>
                </a:gridCol>
                <a:gridCol w="1403151">
                  <a:extLst>
                    <a:ext uri="{9D8B030D-6E8A-4147-A177-3AD203B41FA5}">
                      <a16:colId xmlns:a16="http://schemas.microsoft.com/office/drawing/2014/main" val="20003"/>
                    </a:ext>
                  </a:extLst>
                </a:gridCol>
                <a:gridCol w="1403151">
                  <a:extLst>
                    <a:ext uri="{9D8B030D-6E8A-4147-A177-3AD203B41FA5}">
                      <a16:colId xmlns:a16="http://schemas.microsoft.com/office/drawing/2014/main" val="20004"/>
                    </a:ext>
                  </a:extLst>
                </a:gridCol>
                <a:gridCol w="1403151">
                  <a:extLst>
                    <a:ext uri="{9D8B030D-6E8A-4147-A177-3AD203B41FA5}">
                      <a16:colId xmlns:a16="http://schemas.microsoft.com/office/drawing/2014/main" val="20005"/>
                    </a:ext>
                  </a:extLst>
                </a:gridCol>
                <a:gridCol w="1403151">
                  <a:extLst>
                    <a:ext uri="{9D8B030D-6E8A-4147-A177-3AD203B41FA5}">
                      <a16:colId xmlns:a16="http://schemas.microsoft.com/office/drawing/2014/main" val="20006"/>
                    </a:ext>
                  </a:extLst>
                </a:gridCol>
                <a:gridCol w="1403151">
                  <a:extLst>
                    <a:ext uri="{9D8B030D-6E8A-4147-A177-3AD203B41FA5}">
                      <a16:colId xmlns:a16="http://schemas.microsoft.com/office/drawing/2014/main" val="20007"/>
                    </a:ext>
                  </a:extLst>
                </a:gridCol>
              </a:tblGrid>
              <a:tr h="448976">
                <a:tc>
                  <a:txBody>
                    <a:bodyPr/>
                    <a:lstStyle/>
                    <a:p>
                      <a:pPr>
                        <a:defRPr/>
                      </a:pPr>
                      <a:endParaRPr lang="ru-RU"/>
                    </a:p>
                  </a:txBody>
                  <a:tcPr>
                    <a:lnL w="38100" algn="ctr">
                      <a:solidFill>
                        <a:schemeClr val="tx1"/>
                      </a:solidFill>
                      <a:round/>
                    </a:lnL>
                    <a:lnR w="12700" algn="ctr">
                      <a:solidFill>
                        <a:schemeClr val="tx1"/>
                      </a:solidFill>
                      <a:round/>
                    </a:lnR>
                    <a:lnT w="38100" algn="ctr">
                      <a:solidFill>
                        <a:schemeClr val="tx1"/>
                      </a:solidFill>
                    </a:lnT>
                    <a:lnB w="12700" algn="ctr">
                      <a:solidFill>
                        <a:schemeClr val="tx1"/>
                      </a:solidFill>
                    </a:lnB>
                    <a:solidFill>
                      <a:schemeClr val="tx1"/>
                    </a:solidFill>
                  </a:tcPr>
                </a:tc>
                <a:tc>
                  <a:txBody>
                    <a:bodyPr/>
                    <a:lstStyle/>
                    <a:p>
                      <a:pPr>
                        <a:defRPr/>
                      </a:pPr>
                      <a:endParaRPr lang="ru-RU" dirty="0"/>
                    </a:p>
                  </a:txBody>
                  <a:tcPr>
                    <a:lnL w="12700" algn="ctr">
                      <a:solidFill>
                        <a:schemeClr val="tx1"/>
                      </a:solidFill>
                      <a:round/>
                    </a:lnL>
                    <a:lnR w="12700" algn="ctr">
                      <a:solidFill>
                        <a:schemeClr val="tx1"/>
                      </a:solidFill>
                    </a:lnR>
                    <a:lnT w="38100" algn="ctr">
                      <a:solidFill>
                        <a:schemeClr val="tx1"/>
                      </a:solidFill>
                      <a:round/>
                    </a:lnT>
                    <a:lnB w="12700" algn="ctr">
                      <a:solidFill>
                        <a:schemeClr val="tx1"/>
                      </a:solidFill>
                    </a:lnB>
                    <a:solidFill>
                      <a:schemeClr val="tx1"/>
                    </a:solidFill>
                  </a:tcPr>
                </a:tc>
                <a:tc>
                  <a:txBody>
                    <a:bodyPr/>
                    <a:lstStyle/>
                    <a:p>
                      <a:pPr>
                        <a:defRPr/>
                      </a:pPr>
                      <a:endParaRPr lang="ru-RU"/>
                    </a:p>
                  </a:txBody>
                  <a:tcPr>
                    <a:lnL w="12700" algn="ctr">
                      <a:solidFill>
                        <a:schemeClr val="tx1"/>
                      </a:solidFill>
                    </a:lnL>
                    <a:lnR w="12700" algn="ctr">
                      <a:solidFill>
                        <a:schemeClr val="tx1"/>
                      </a:solidFill>
                    </a:lnR>
                    <a:lnT w="38100" algn="ctr">
                      <a:solidFill>
                        <a:schemeClr val="tx1"/>
                      </a:solidFill>
                      <a:round/>
                    </a:lnT>
                    <a:lnB w="12700" algn="ctr">
                      <a:solidFill>
                        <a:schemeClr val="tx1"/>
                      </a:solidFill>
                      <a:round/>
                    </a:lnB>
                    <a:solidFill>
                      <a:schemeClr val="tx1"/>
                    </a:solidFill>
                  </a:tcPr>
                </a:tc>
                <a:tc>
                  <a:txBody>
                    <a:bodyPr/>
                    <a:lstStyle/>
                    <a:p>
                      <a:pPr>
                        <a:defRPr/>
                      </a:pPr>
                      <a:endParaRPr lang="ru-RU"/>
                    </a:p>
                  </a:txBody>
                  <a:tcPr>
                    <a:lnL w="12700" algn="ctr">
                      <a:solidFill>
                        <a:schemeClr val="tx1"/>
                      </a:solidFill>
                      <a:round/>
                    </a:lnL>
                    <a:lnR w="12700" algn="ctr">
                      <a:solidFill>
                        <a:schemeClr val="tx1"/>
                      </a:solidFill>
                    </a:lnR>
                    <a:lnT w="38100" algn="ctr">
                      <a:solidFill>
                        <a:schemeClr val="tx1"/>
                      </a:solidFill>
                    </a:lnT>
                    <a:lnB w="12700" algn="ctr">
                      <a:solidFill>
                        <a:schemeClr val="tx1"/>
                      </a:solidFill>
                    </a:lnB>
                    <a:solidFill>
                      <a:schemeClr val="tx1"/>
                    </a:solidFill>
                  </a:tcPr>
                </a:tc>
                <a:tc>
                  <a:txBody>
                    <a:bodyPr/>
                    <a:lstStyle/>
                    <a:p>
                      <a:pPr>
                        <a:defRPr/>
                      </a:pPr>
                      <a:endParaRPr lang="ru-RU"/>
                    </a:p>
                  </a:txBody>
                  <a:tcPr>
                    <a:lnL w="12700" algn="ctr">
                      <a:solidFill>
                        <a:schemeClr val="tx1"/>
                      </a:solidFill>
                    </a:lnL>
                    <a:lnR w="12700" algn="ctr">
                      <a:solidFill>
                        <a:schemeClr val="tx1"/>
                      </a:solidFill>
                    </a:lnR>
                    <a:lnT w="38100" algn="ctr">
                      <a:solidFill>
                        <a:schemeClr val="tx1"/>
                      </a:solidFill>
                      <a:round/>
                    </a:lnT>
                    <a:lnB w="12700" algn="ctr">
                      <a:solidFill>
                        <a:schemeClr val="tx1"/>
                      </a:solidFill>
                      <a:round/>
                    </a:lnB>
                    <a:solidFill>
                      <a:schemeClr val="tx1"/>
                    </a:solidFill>
                  </a:tcPr>
                </a:tc>
                <a:tc>
                  <a:txBody>
                    <a:bodyPr/>
                    <a:lstStyle/>
                    <a:p>
                      <a:pPr>
                        <a:defRPr/>
                      </a:pPr>
                      <a:endParaRPr lang="ru-RU"/>
                    </a:p>
                  </a:txBody>
                  <a:tcPr>
                    <a:lnL w="12700" algn="ctr">
                      <a:solidFill>
                        <a:schemeClr val="tx1"/>
                      </a:solidFill>
                      <a:round/>
                    </a:lnL>
                    <a:lnR w="12700" algn="ctr">
                      <a:solidFill>
                        <a:schemeClr val="tx1"/>
                      </a:solidFill>
                    </a:lnR>
                    <a:lnT w="38100" algn="ctr">
                      <a:solidFill>
                        <a:schemeClr val="tx1"/>
                      </a:solidFill>
                    </a:lnT>
                    <a:lnB w="12700" algn="ctr">
                      <a:solidFill>
                        <a:schemeClr val="tx1"/>
                      </a:solidFill>
                    </a:lnB>
                    <a:solidFill>
                      <a:schemeClr val="tx1"/>
                    </a:solidFill>
                  </a:tcPr>
                </a:tc>
                <a:tc>
                  <a:txBody>
                    <a:bodyPr/>
                    <a:lstStyle/>
                    <a:p>
                      <a:pPr>
                        <a:defRPr/>
                      </a:pPr>
                      <a:endParaRPr lang="ru-RU"/>
                    </a:p>
                  </a:txBody>
                  <a:tcPr>
                    <a:lnL w="12700" algn="ctr">
                      <a:solidFill>
                        <a:schemeClr val="tx1"/>
                      </a:solidFill>
                      <a:round/>
                    </a:lnL>
                    <a:lnR w="12700" algn="ctr">
                      <a:solidFill>
                        <a:schemeClr val="tx1"/>
                      </a:solidFill>
                    </a:lnR>
                    <a:lnT w="38100" algn="ctr">
                      <a:solidFill>
                        <a:schemeClr val="tx1"/>
                      </a:solidFill>
                    </a:lnT>
                    <a:lnB w="12700" algn="ctr">
                      <a:solidFill>
                        <a:schemeClr val="tx1"/>
                      </a:solidFill>
                    </a:lnB>
                    <a:solidFill>
                      <a:schemeClr val="tx1"/>
                    </a:solidFill>
                  </a:tcPr>
                </a:tc>
                <a:tc>
                  <a:txBody>
                    <a:bodyPr/>
                    <a:lstStyle/>
                    <a:p>
                      <a:pPr>
                        <a:defRPr/>
                      </a:pPr>
                      <a:endParaRPr lang="ru-RU"/>
                    </a:p>
                  </a:txBody>
                  <a:tcPr>
                    <a:lnL w="12700" algn="ctr">
                      <a:solidFill>
                        <a:schemeClr val="tx1"/>
                      </a:solidFill>
                    </a:lnL>
                    <a:lnR w="38100" algn="ctr">
                      <a:solidFill>
                        <a:schemeClr val="tx1"/>
                      </a:solidFill>
                    </a:lnR>
                    <a:lnT w="38100" algn="ctr">
                      <a:solidFill>
                        <a:schemeClr val="tx1"/>
                      </a:solidFill>
                    </a:lnT>
                    <a:lnB w="12700" algn="ctr">
                      <a:solidFill>
                        <a:schemeClr val="tx1"/>
                      </a:solidFill>
                    </a:lnB>
                    <a:solidFill>
                      <a:schemeClr val="tx1"/>
                    </a:solidFill>
                  </a:tcPr>
                </a:tc>
                <a:extLst>
                  <a:ext uri="{0D108BD9-81ED-4DB2-BD59-A6C34878D82A}">
                    <a16:rowId xmlns:a16="http://schemas.microsoft.com/office/drawing/2014/main" val="10000"/>
                  </a:ext>
                </a:extLst>
              </a:tr>
              <a:tr h="448976">
                <a:tc>
                  <a:txBody>
                    <a:bodyPr/>
                    <a:lstStyle/>
                    <a:p>
                      <a:pPr>
                        <a:defRPr/>
                      </a:pPr>
                      <a:endParaRPr lang="ru-RU"/>
                    </a:p>
                  </a:txBody>
                  <a:tcPr>
                    <a:lnL w="38100" algn="ctr">
                      <a:solidFill>
                        <a:schemeClr val="tx1"/>
                      </a:solidFill>
                    </a:lnL>
                    <a:lnR w="12700" algn="ctr">
                      <a:solidFill>
                        <a:schemeClr val="tx1"/>
                      </a:solidFill>
                    </a:lnR>
                    <a:lnT w="12700" algn="ctr">
                      <a:solidFill>
                        <a:schemeClr val="tx1"/>
                      </a:solidFill>
                      <a:round/>
                    </a:lnT>
                    <a:lnB w="12700" algn="ctr">
                      <a:solidFill>
                        <a:schemeClr val="tx1"/>
                      </a:solidFill>
                      <a:round/>
                    </a:lnB>
                  </a:tcPr>
                </a:tc>
                <a:tc>
                  <a:txBody>
                    <a:bodyPr/>
                    <a:lstStyle/>
                    <a:p>
                      <a:pPr>
                        <a:defRPr/>
                      </a:pPr>
                      <a:endParaRPr lang="ru-RU"/>
                    </a:p>
                  </a:txBody>
                  <a:tcPr>
                    <a:lnL w="127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round/>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round/>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1"/>
                  </a:ext>
                </a:extLst>
              </a:tr>
              <a:tr h="448976">
                <a:tc>
                  <a:txBody>
                    <a:bodyPr/>
                    <a:lstStyle/>
                    <a:p>
                      <a:pPr>
                        <a:defRPr/>
                      </a:pPr>
                      <a:endParaRPr lang="ru-RU"/>
                    </a:p>
                  </a:txBody>
                  <a:tcPr>
                    <a:lnL w="38100" algn="ctr">
                      <a:solidFill>
                        <a:schemeClr val="tx1"/>
                      </a:solidFill>
                    </a:lnL>
                    <a:lnR w="12700" algn="ctr">
                      <a:solidFill>
                        <a:schemeClr val="tx1"/>
                      </a:solidFill>
                    </a:lnR>
                    <a:lnT w="12700" algn="ctr">
                      <a:solidFill>
                        <a:schemeClr val="tx1"/>
                      </a:solidFill>
                      <a:round/>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round/>
                    </a:lnT>
                    <a:lnB w="12700" algn="ctr">
                      <a:solidFill>
                        <a:schemeClr val="tx1"/>
                      </a:solidFill>
                      <a:round/>
                    </a:lnB>
                  </a:tcPr>
                </a:tc>
                <a:tc>
                  <a:txBody>
                    <a:bodyPr/>
                    <a:lstStyle/>
                    <a:p>
                      <a:pPr>
                        <a:defRPr/>
                      </a:pPr>
                      <a:endParaRPr lang="ru-RU"/>
                    </a:p>
                  </a:txBody>
                  <a:tcPr>
                    <a:lnL w="12700" algn="ctr">
                      <a:solidFill>
                        <a:schemeClr val="tx1"/>
                      </a:solidFill>
                      <a:round/>
                    </a:lnL>
                    <a:lnR w="12700" algn="ctr">
                      <a:solidFill>
                        <a:schemeClr val="tx1"/>
                      </a:solidFill>
                    </a:lnR>
                    <a:lnT w="12700" algn="ctr">
                      <a:solidFill>
                        <a:schemeClr val="tx1"/>
                      </a:solidFill>
                      <a:round/>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round/>
                    </a:lnB>
                  </a:tcPr>
                </a:tc>
                <a:tc>
                  <a:txBody>
                    <a:bodyPr/>
                    <a:lstStyle/>
                    <a:p>
                      <a:pPr>
                        <a:defRPr/>
                      </a:pPr>
                      <a:endParaRPr lang="ru-RU"/>
                    </a:p>
                  </a:txBody>
                  <a:tcPr>
                    <a:lnL w="12700" algn="ctr">
                      <a:solidFill>
                        <a:schemeClr val="tx1"/>
                      </a:solidFill>
                      <a:round/>
                    </a:lnL>
                    <a:lnR w="12700" algn="ctr">
                      <a:solidFill>
                        <a:schemeClr val="tx1"/>
                      </a:solidFill>
                    </a:lnR>
                    <a:lnT w="12700" algn="ctr">
                      <a:solidFill>
                        <a:schemeClr val="tx1"/>
                      </a:solidFill>
                      <a:round/>
                    </a:lnT>
                    <a:lnB w="12700" algn="ctr">
                      <a:solidFill>
                        <a:schemeClr val="tx1"/>
                      </a:solidFill>
                    </a:lnB>
                  </a:tcPr>
                </a:tc>
                <a:tc>
                  <a:txBody>
                    <a:bodyPr/>
                    <a:lstStyle/>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2"/>
                  </a:ext>
                </a:extLst>
              </a:tr>
              <a:tr h="448976">
                <a:tc>
                  <a:txBody>
                    <a:bodyPr/>
                    <a:lstStyle/>
                    <a:p>
                      <a:pPr>
                        <a:defRPr/>
                      </a:pPr>
                      <a:endParaRPr lang="ru-RU"/>
                    </a:p>
                  </a:txBody>
                  <a:tcPr>
                    <a:lnL w="381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3"/>
                  </a:ext>
                </a:extLst>
              </a:tr>
              <a:tr h="448976">
                <a:tc>
                  <a:txBody>
                    <a:bodyPr/>
                    <a:lstStyle/>
                    <a:p>
                      <a:pPr>
                        <a:defRPr/>
                      </a:pPr>
                      <a:endParaRPr lang="ru-RU"/>
                    </a:p>
                  </a:txBody>
                  <a:tcPr>
                    <a:lnL w="38100" algn="ctr">
                      <a:solidFill>
                        <a:schemeClr val="tx1"/>
                      </a:solidFill>
                    </a:lnL>
                    <a:lnR w="12700" algn="ctr">
                      <a:solidFill>
                        <a:schemeClr val="tx1"/>
                      </a:solidFill>
                    </a:lnR>
                    <a:lnT w="12700" algn="ctr">
                      <a:solidFill>
                        <a:schemeClr val="tx1"/>
                      </a:solidFill>
                      <a:round/>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round/>
                    </a:lnR>
                    <a:lnT w="12700" algn="ctr">
                      <a:solidFill>
                        <a:schemeClr val="tx1"/>
                      </a:solidFill>
                      <a:round/>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4"/>
                  </a:ext>
                </a:extLst>
              </a:tr>
              <a:tr h="448976">
                <a:tc>
                  <a:txBody>
                    <a:bodyPr/>
                    <a:lstStyle/>
                    <a:p>
                      <a:pPr>
                        <a:defRPr/>
                      </a:pPr>
                      <a:endParaRPr lang="ru-RU"/>
                    </a:p>
                  </a:txBody>
                  <a:tcPr>
                    <a:lnL w="381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round/>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round/>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endParaRPr lang="ru-RU"/>
                    </a:p>
                  </a:txBody>
                  <a:tcPr>
                    <a:lnL w="12700" algn="ctr">
                      <a:solidFill>
                        <a:schemeClr val="tx1"/>
                      </a:solidFill>
                    </a:lnL>
                    <a:lnR w="381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5"/>
                  </a:ext>
                </a:extLst>
              </a:tr>
              <a:tr h="448976">
                <a:tc>
                  <a:txBody>
                    <a:bodyPr/>
                    <a:lstStyle/>
                    <a:p>
                      <a:pPr>
                        <a:defRPr/>
                      </a:pPr>
                      <a:endParaRPr lang="ru-RU"/>
                    </a:p>
                  </a:txBody>
                  <a:tcPr>
                    <a:lnL w="381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a:p>
                  </a:txBody>
                  <a:tcPr>
                    <a:lnL w="12700" algn="ctr">
                      <a:solidFill>
                        <a:schemeClr val="tx1"/>
                      </a:solidFill>
                    </a:lnL>
                    <a:lnR w="12700" algn="ctr">
                      <a:solidFill>
                        <a:schemeClr val="tx1"/>
                      </a:solidFill>
                    </a:lnR>
                    <a:lnT w="12700" algn="ctr">
                      <a:solidFill>
                        <a:schemeClr val="tx1"/>
                      </a:solidFill>
                    </a:lnT>
                    <a:lnB w="38100" algn="ctr">
                      <a:solidFill>
                        <a:schemeClr val="tx1"/>
                      </a:solidFill>
                    </a:lnB>
                  </a:tcPr>
                </a:tc>
                <a:tc>
                  <a:txBody>
                    <a:bodyPr/>
                    <a:lstStyle/>
                    <a:p>
                      <a:pPr>
                        <a:defRPr/>
                      </a:pPr>
                      <a:endParaRPr lang="ru-RU" dirty="0"/>
                    </a:p>
                  </a:txBody>
                  <a:tcPr>
                    <a:lnL w="12700" algn="ctr">
                      <a:solidFill>
                        <a:schemeClr val="tx1"/>
                      </a:solidFill>
                    </a:lnL>
                    <a:lnR w="38100" algn="ctr">
                      <a:solidFill>
                        <a:schemeClr val="tx1"/>
                      </a:solidFill>
                    </a:lnR>
                    <a:lnT w="12700" algn="ctr">
                      <a:solidFill>
                        <a:schemeClr val="tx1"/>
                      </a:solidFill>
                    </a:lnT>
                    <a:lnB w="38100" algn="ctr">
                      <a:solidFill>
                        <a:schemeClr val="tx1"/>
                      </a:solidFill>
                    </a:lnB>
                  </a:tcPr>
                </a:tc>
                <a:extLst>
                  <a:ext uri="{0D108BD9-81ED-4DB2-BD59-A6C34878D82A}">
                    <a16:rowId xmlns:a16="http://schemas.microsoft.com/office/drawing/2014/main" val="10006"/>
                  </a:ext>
                </a:extLst>
              </a:tr>
            </a:tbl>
          </a:graphicData>
        </a:graphic>
      </p:graphicFrame>
      <p:sp>
        <p:nvSpPr>
          <p:cNvPr id="9" name="Текст 8"/>
          <p:cNvSpPr>
            <a:spLocks noGrp="1"/>
          </p:cNvSpPr>
          <p:nvPr>
            <p:ph type="body" sz="quarter" idx="19"/>
          </p:nvPr>
        </p:nvSpPr>
        <p:spPr bwMode="auto"/>
        <p:txBody>
          <a:bodyPr/>
          <a:lstStyle/>
          <a:p>
            <a:pPr>
              <a:defRPr/>
            </a:pPr>
            <a:endParaRPr lang="ru-RU"/>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Заголовок 2"/>
          <p:cNvSpPr>
            <a:spLocks noGrp="1"/>
          </p:cNvSpPr>
          <p:nvPr>
            <p:ph type="title"/>
          </p:nvPr>
        </p:nvSpPr>
        <p:spPr bwMode="auto"/>
        <p:txBody>
          <a:bodyPr/>
          <a:lstStyle/>
          <a:p>
            <a:pPr>
              <a:defRPr/>
            </a:pPr>
            <a:endParaRPr lang="ru-RU"/>
          </a:p>
        </p:txBody>
      </p:sp>
      <p:sp>
        <p:nvSpPr>
          <p:cNvPr id="4" name="Текст 3"/>
          <p:cNvSpPr>
            <a:spLocks noGrp="1"/>
          </p:cNvSpPr>
          <p:nvPr>
            <p:ph type="body" sz="quarter" idx="19"/>
          </p:nvPr>
        </p:nvSpPr>
        <p:spPr bwMode="auto"/>
        <p:txBody>
          <a:bodyPr/>
          <a:lstStyle/>
          <a:p>
            <a:pPr>
              <a:defRPr/>
            </a:pPr>
            <a:endParaRPr lang="ru-RU"/>
          </a:p>
        </p:txBody>
      </p:sp>
    </p:spTree>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250</TotalTime>
  <Words>2101</Words>
  <Application>Microsoft Office PowerPoint</Application>
  <DocSecurity>0</DocSecurity>
  <PresentationFormat>Широкоэкранный</PresentationFormat>
  <Paragraphs>445</Paragraphs>
  <Slides>42</Slides>
  <Notes>16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42</vt:i4>
      </vt:variant>
    </vt:vector>
  </HeadingPairs>
  <TitlesOfParts>
    <vt:vector size="50" baseType="lpstr">
      <vt:lpstr>Montserrat SemiBold</vt:lpstr>
      <vt:lpstr>Montserrat</vt:lpstr>
      <vt:lpstr>Calibri</vt:lpstr>
      <vt:lpstr>Aptos</vt:lpstr>
      <vt:lpstr>Georgia</vt:lpstr>
      <vt:lpstr>Arial</vt:lpstr>
      <vt:lpstr>Consolas</vt:lpstr>
      <vt:lpstr>Тема Office</vt:lpstr>
      <vt:lpstr>ВЫПУСКНАЯ КВАЛИФИКАЦИОННАЯ РАБОТА БАКАЛАВРА</vt:lpstr>
      <vt:lpstr>Презентация PowerPoint</vt:lpstr>
      <vt:lpstr>Актуальность темы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Правила создания презентации</vt:lpstr>
      <vt:lpstr>Шрифт (ССЫЛКА)</vt:lpstr>
      <vt:lpstr>Цветовая палитра  HEX - шестнадцатеричный формат; #123456</vt:lpstr>
      <vt:lpstr>Оформление (ССЫЛКА) Для оформления могут быть использованы фирменные иллюстрации, иконки, также могут быть использованы фотографии студентов. </vt:lpstr>
      <vt:lpstr>Оформление  Для оформления могут быть схемы.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Александр Герасимов</cp:lastModifiedBy>
  <cp:revision>21</cp:revision>
  <dcterms:created xsi:type="dcterms:W3CDTF">2023-04-19T21:39:12Z</dcterms:created>
  <dcterms:modified xsi:type="dcterms:W3CDTF">2026-05-29T04:31:42Z</dcterms:modified>
  <cp:category/>
  <dc:identifier/>
  <cp:contentStatus/>
  <dc:language/>
  <cp:version/>
</cp:coreProperties>
</file>