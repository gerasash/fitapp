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доклад завершён. Спасибо за внимание, готов ответить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ваши вопросы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 · Москва,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