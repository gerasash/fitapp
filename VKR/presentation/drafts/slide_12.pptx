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этом доклад завершён. Спасибо за внимание, готов ответить на ваши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ваши вопросы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 · Москва,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2026-05-29T03:33:25Z</dcterms:created>
  <dcterms:modified xsi:type="dcterms:W3CDTF">2026-05-29T03:33:25Z</dcterms:modified>
</cp:coreProperties>
</file>