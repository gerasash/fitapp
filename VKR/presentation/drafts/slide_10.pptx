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Тестирование шло по трём направлениям. Функциональное — 24 теста, восемь ключевых сценариев пройдены на обеих платформах. Интеграционное — четыре сценария синхронизации, включая конфликт одновременных изменений и мягкое удаление, все пройдены. По производительности: вычисление одного прогноза занимает 4 миллисекунды на Windows и 8 на Android при требовании в 100 — то есть с запасом более чем в десять раз; список тренировок открывается за десятки миллисекунд; установочный пакет под Android — 38 мегабайт. Также провёл пилотный тест с шестью добровольцами: отметили удобный ввод подходов и полезность подсказки прогноза.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Тестирование и результаты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2606040" cy="1371600"/>
          </a:xfrm>
          <a:prstGeom prst="roundRect">
            <a:avLst>
              <a:gd name="adj" fmla="val 6667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417320"/>
            <a:ext cx="2606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24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2148840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функциональных теста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337560" y="1371600"/>
            <a:ext cx="2606040" cy="1371600"/>
          </a:xfrm>
          <a:prstGeom prst="roundRect">
            <a:avLst>
              <a:gd name="adj" fmla="val 6667"/>
            </a:avLst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3337560" y="1417320"/>
            <a:ext cx="2606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429000" y="2148840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ключевых сценариев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26480" y="1371600"/>
            <a:ext cx="2606040" cy="1371600"/>
          </a:xfrm>
          <a:prstGeom prst="roundRect">
            <a:avLst>
              <a:gd name="adj" fmla="val 6667"/>
            </a:avLst>
          </a:prstGeom>
          <a:solidFill>
            <a:srgbClr val="1E2761"/>
          </a:solidFill>
          <a:ln/>
        </p:spPr>
      </p:sp>
      <p:sp>
        <p:nvSpPr>
          <p:cNvPr id="10" name="Text 8"/>
          <p:cNvSpPr/>
          <p:nvPr/>
        </p:nvSpPr>
        <p:spPr>
          <a:xfrm>
            <a:off x="6126480" y="1417320"/>
            <a:ext cx="2606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6217920" y="2148840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сценария синхронизации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915400" y="1371600"/>
            <a:ext cx="2606040" cy="1371600"/>
          </a:xfrm>
          <a:prstGeom prst="roundRect">
            <a:avLst>
              <a:gd name="adj" fmla="val 6667"/>
            </a:avLst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8915400" y="1417320"/>
            <a:ext cx="2606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9006840" y="2148840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платформы: Windows + Android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48640" y="30175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ПРОИЗВОДИТЕЛЬНОСТЬ</a:t>
            </a:r>
            <a:endParaRPr lang="en-US" sz="17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520440"/>
          <a:ext cx="731520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1645920"/>
                <a:gridCol w="164592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Метрика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Android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44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Список тренировок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4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 мс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4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 мс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44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Вычисление прогноза (ML)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4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мс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4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мс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44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Инициализация ONNX-сервиса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4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 мс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4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 мс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44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Размер установочного пакета (APK)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4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4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 МБ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Shape 14"/>
          <p:cNvSpPr/>
          <p:nvPr/>
        </p:nvSpPr>
        <p:spPr>
          <a:xfrm>
            <a:off x="8138160" y="3520440"/>
            <a:ext cx="3474720" cy="2057400"/>
          </a:xfrm>
          <a:prstGeom prst="roundRect">
            <a:avLst>
              <a:gd name="adj" fmla="val 4444"/>
            </a:avLst>
          </a:prstGeom>
          <a:solidFill>
            <a:srgbClr val="EAF0FF"/>
          </a:solidFill>
          <a:ln/>
        </p:spPr>
      </p:sp>
      <p:sp>
        <p:nvSpPr>
          <p:cNvPr id="18" name="Text 15"/>
          <p:cNvSpPr/>
          <p:nvPr/>
        </p:nvSpPr>
        <p:spPr>
          <a:xfrm>
            <a:off x="8366760" y="3703320"/>
            <a:ext cx="30175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UX-тест: 6 добровольцев
</a:t>
            </a:r>
            <a:pPr indent="0" marL="0">
              <a:buNone/>
            </a:pPr>
            <a:r>
              <a:rPr lang="en-US" sz="1300" dirty="0">
                <a:solidFill>
                  <a:srgbClr val="44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Отмечены: интуитивный ввод подходов, полезность подсказки прогноза 1ПМ.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FitApp · ВКР · МТУСИ, 2026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12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2026-05-29T00:52:48Z</dcterms:created>
  <dcterms:modified xsi:type="dcterms:W3CDTF">2026-05-29T00:52:48Z</dcterms:modified>
</cp:coreProperties>
</file>