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Тестирование шло по трём направлениям. Функциональное — 24 теста, восемь ключевых сценариев пройдены на обеих платформах. Интеграционное — четыре сценария синхронизации, включая конфликт одновременных изменений и мягкое удаление, все пройдены. По производительности: вычисление одного прогноза занимает 4 миллисекунды на Windows и 8 на Android при требовании в 100 — то есть с запасом более чем в десять раз; список тренировок открывается за десятки миллисекунд; установочный пакет под Android — 38 мегабайт. Также провёл пилотный тест с шестью добровольцами: отметили удобный ввод подходов и полезность подсказки прогноза.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Тестирование и результаты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функциональных теста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4173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ключевых сценариев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173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сценария синхронизации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4173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0684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платформы: Windows + Android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ПРОИЗВОДИТЕЛЬНОСТЬ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 тренировок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Вычисление прогноза (ML)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Инициализация ONNX-сервиса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 установочного пакета (APK)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МБ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38160" y="352044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EAF0FF"/>
          </a:solidFill>
          <a:ln/>
        </p:spPr>
      </p:sp>
      <p:sp>
        <p:nvSpPr>
          <p:cNvPr id="18" name="Text 15"/>
          <p:cNvSpPr/>
          <p:nvPr/>
        </p:nvSpPr>
        <p:spPr>
          <a:xfrm>
            <a:off x="8366760" y="37033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UX-тест: 6 добровольцев
</a:t>
            </a:r>
            <a:pPr indent="0" marL="0">
              <a:buNone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Отмечены: интуитивный ввод подходов, полезность подсказки прогноза 1ПМ.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2026-05-29T03:33:25Z</dcterms:created>
  <dcterms:modified xsi:type="dcterms:W3CDTF">2026-05-29T03:33:25Z</dcterms:modified>
</cp:coreProperties>
</file>