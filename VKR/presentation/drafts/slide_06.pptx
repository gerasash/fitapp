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Технологический стек. Клиент — .NET MAUI 9 на C# и XAML, паттерн MVVM через CommunityToolkit, локальная база SQLite, графики на LiveChartsCore. Сервер — ASP.NET Core 9, работа с PostgreSQL напрямую через Npgsql без Entity Framework, упакован в Docker и развёрнут на Render. База данных: локально SQLite, в облаке PostgreSQL на Neon. ML-инфраструктура: модель обучается на Python с помощью LightGBM, переводится в формат ONNX и исполняется в приложении через ONNX Runtime — одинаково на Android и Windows. Единый язык C# и на клиенте, и на сервере упростил совместное использование классов передачи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Стек технологий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КЛИЕНТ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9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/ XAML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CommunityToolkit.Mvvm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(sqlite-net-pcl)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LiveChartsCore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72200" y="146304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EAF0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СЕРВЕР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46520" y="205740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9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Npgsql (без EF)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HS256 + BCrypt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(multi-stage)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Render.com (Free)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9319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БАЗА ДАННЫХ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38912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Локально: SQLite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Облако: PostgreSQL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Хостинг: Neon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512 МБ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EAF0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39319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ML-ИНФРАСТРУКТУРА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438912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(кроссплатформенно)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OnnxRuntime 1.20.1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2026-05-29T03:33:25Z</dcterms:created>
  <dcterms:modified xsi:type="dcterms:W3CDTF">2026-05-29T03:33:25Z</dcterms:modified>
</cp:coreProperties>
</file>