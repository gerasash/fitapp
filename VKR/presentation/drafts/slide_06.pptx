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Технологический стек. Клиент — .NET MAUI 9 на C# и XAML, паттерн MVVM через CommunityToolkit, локальная база SQLite, графики на LiveChartsCore. Сервер — ASP.NET Core 9, работа с PostgreSQL напрямую через Npgsql без Entity Framework, упакован в Docker и развёрнут на Render. База данных: локально SQLite, в облаке PostgreSQL на Neon. ML-инфраструктура: модель обучается на Python с помощью LightGBM, переводится в формат ONNX и исполняется в приложении через ONNX Runtime — одинаково на Android и Windows. Единый язык C# и на клиенте, и на сервере упростил совместное использование классов передачи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Стек технологий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9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XAML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CommunityToolkit.Mvvm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(sqlite-net-pcl)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LiveChartsCore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0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600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 (без EF)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+ BCrypt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(Free)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31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БАЗА ДАННЫХ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Локально: SQLite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Облако: PostgreSQL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Хостинг: Neon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512 МБ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A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931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ML-ИНФРАСТРУКТУРА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3891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(кроссплатформенно)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 1.20.1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