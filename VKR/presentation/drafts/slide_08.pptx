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качеству я сравнил три модели. Наивный предиктор просто переносит текущее значение — его ошибка 2,5 килограмма. Линейная регрессия по последним точкам — чуть лучше. Градиентный бустинг LightGBM даёт ошибку 1,8 килограмма, это на 29 процентов точнее наивного. Но самое важное — справа: на сессиях, где силовые показатели резко просели из-за травмы или паузы, модель снижает ошибку уже на 43 процента и, главное, прогнозирует именно восстановление, а не застой на низком уровне — раньше такие случаи были для модели неизвестной территорией. Отдельно я убедился, что перенос модели из Python в приложение через формат ONNX не теряет точности: расхождение исчезающе мало, а сам прогноз считается на устройстве за единицы миллисекунд, без сети.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ML-модуль: результаты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3566160"/>
          </a:xfrm>
          <a:prstGeom prst="roundRect">
            <a:avLst>
              <a:gd name="adj" fmla="val 2564"/>
            </a:avLst>
          </a:prstGeom>
          <a:solidFill>
            <a:srgbClr val="EAF0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813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Средняя ошибка прогноза 1ПМ (MAE), кг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68680" y="192938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 (последнее значение)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2240280"/>
            <a:ext cx="3930513" cy="347472"/>
          </a:xfrm>
          <a:prstGeom prst="roundRect">
            <a:avLst>
              <a:gd name="adj" fmla="val 10526"/>
            </a:avLst>
          </a:prstGeom>
          <a:solidFill>
            <a:srgbClr val="9AA0A6"/>
          </a:solidFill>
          <a:ln/>
        </p:spPr>
      </p:sp>
      <p:sp>
        <p:nvSpPr>
          <p:cNvPr id="7" name="Text 5"/>
          <p:cNvSpPr/>
          <p:nvPr/>
        </p:nvSpPr>
        <p:spPr>
          <a:xfrm>
            <a:off x="4872345" y="219456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2,54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7063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Лин. регрессия (5 точек)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" y="3081528"/>
            <a:ext cx="3760294" cy="347472"/>
          </a:xfrm>
          <a:prstGeom prst="roundRect">
            <a:avLst>
              <a:gd name="adj" fmla="val 10526"/>
            </a:avLst>
          </a:prstGeom>
          <a:solidFill>
            <a:srgbClr val="7E9AD6"/>
          </a:solidFill>
          <a:ln/>
        </p:spPr>
      </p:sp>
      <p:sp>
        <p:nvSpPr>
          <p:cNvPr id="10" name="Text 8"/>
          <p:cNvSpPr/>
          <p:nvPr/>
        </p:nvSpPr>
        <p:spPr>
          <a:xfrm>
            <a:off x="4702126" y="3035808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2,43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36118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" y="3922776"/>
            <a:ext cx="2816352" cy="347472"/>
          </a:xfrm>
          <a:prstGeom prst="roundRect">
            <a:avLst>
              <a:gd name="adj" fmla="val 10526"/>
            </a:avLst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3758184" y="3877056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1,82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— на 29 % точнее наивного предиктора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7160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53619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УСТОЙЧИВОСТЬ К ПРОСАДКАМ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(травмы, длительные паузы)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17920" y="2286000"/>
            <a:ext cx="5394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−43 %</a:t>
            </a:r>
            <a:endParaRPr lang="en-US" sz="5800" dirty="0"/>
          </a:p>
        </p:txBody>
      </p:sp>
      <p:sp>
        <p:nvSpPr>
          <p:cNvPr id="18" name="Text 16"/>
          <p:cNvSpPr/>
          <p:nvPr/>
        </p:nvSpPr>
        <p:spPr>
          <a:xfrm>
            <a:off x="6400800" y="33832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на сессиях со спадом 1ПМ: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2,23 → 1,26 кг против наивного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41148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прогнозирует восстановление, а не застой на просевшем уровне.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CADCFC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Python (LightGBM) → C# (ONNX Runtime) без потери точности: 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медиана расхождения 1,6 × 10⁻⁵ кг</a:t>
            </a:r>
            <a:pPr indent="0" marL="0">
              <a:buNone/>
            </a:pPr>
            <a:r>
              <a:rPr lang="en-US" sz="13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исполнение прямо на устройстве за 4–8 мс.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2026-05-29T03:33:25Z</dcterms:created>
  <dcterms:modified xsi:type="dcterms:W3CDTF">2026-05-29T03:33:25Z</dcterms:modified>
</cp:coreProperties>
</file>