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качеству: лучшей оказалась модель LightGBM — она снижает среднюю абсолютную ошибку на 39 процентов относительно наивного предиктора, который просто переносит текущее значение. Отдельно я проверил корректность переноса модели из Python в приложение: прогнозы исходной модели на Python и модели в формате ONNX на C# совпали с медианным расхождением в стотысячные доли килограмма, а в 99 процентах случаев расхождение меньше десятой доли килограмма. То есть конвертация в ONNX точность не теряет.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ML-модуль: результаты обучения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−39 %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MAE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против наивного предиктора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EAF0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СООТВЕТСТВИЕ КОНВЕЙЕРОВ ПРИЗНАКОВ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4688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(LightGBM)  ↔  C# (ONNX Runtime)
</a:t>
            </a:r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расхождения:  1,6 × 10⁻⁵ кг
</a:t>
            </a:r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99-й процентиль:  0,082 кг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2026-05-29T00:52:48Z</dcterms:created>
  <dcterms:modified xsi:type="dcterms:W3CDTF">2026-05-29T00:52:48Z</dcterms:modified>
</cp:coreProperties>
</file>