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Цель достигнута, все шесть задач выполнены. Реализован клиент на .NET MAUI с семью экранами, сервер на ASP.NET Core, развёрнутый в облаке, обученная ML-модель со средней ошибкой около полутора килограммов и протокол синхронизации с автономным режимом. Научная значимость — в сочетании классической формулы Эпли с машинным обучением, в решении проблемы рассогласования системных часов между устройствами и в подтверждённой корректности переноса модели в ONNX. Практическая ценность — это бесплатное решение на русском языке, единственное с поддержкой Windows, с открытым исходным кодом.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 достигнута: все поставленные задачи выполнены, требования соблюдены.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РЕАЛИЗОВАНО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.NET MAUI 9, MVVM, 7 экранов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Сервер: ASP.NET Core 9 на Render.com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LightGBM → ONNX (MAE 1,44 кг)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Синхронизация: «последняя запись» + автономный режим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23774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НАУЧНАЯ ЗНАЧИМОСТЬ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51960" y="306324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формулы Эпли и ML-модели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проблемы рассогласования системных часов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корректности переноса в ONNX (Δ &lt; 0,1 кг)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55280" y="23774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ПРАКТИЧЕСКАЯ ЦЕННОСТЬ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306324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Бесплатное решение на русском языке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приложение с поддержкой Windows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код, расширяемый сообществом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2026-05-29T03:33:25Z</dcterms:created>
  <dcterms:modified xsi:type="dcterms:W3CDTF">2026-05-29T03:33:25Z</dcterms:modified>
</cp:coreProperties>
</file>