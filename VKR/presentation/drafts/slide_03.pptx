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работы — разработать кроссплатформенное приложение для учёта силовых тренировок с локальным прогнозом одноповторного максимума, планировщиком нагрузки и облачной синхронизацией. Для её достижения я поставил шесть задач: проанализировать аналоги, спроектировать архитектуру и базу данных, реализовать клиентское приложение, обучить ML-модель и перевести её в формат ONNX, реализовать протокол синхронизации, и провести тестирование. Дальше покажу, что получилось по каждому направлению.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Цель и задачи работы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РАБОТЫ.  </a:t>
            </a:r>
            <a:pPr indent="0" marL="0">
              <a:buNone/>
            </a:pPr>
            <a:r>
              <a:rPr lang="en-US" sz="16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кроссплатформенного приложения для учёта силовых тренировок с локальным ML-прогнозированием 1ПМ, планировщиком нагрузки и облачной синхронизацией.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2788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Проанализировать предметную область и аналоги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2788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0" y="2788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Спроектировать архитектуру клиента и сервера, базу данных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34440" y="3931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клиент: дневник, шаблоны, статистику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72200" y="3931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58000" y="3931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Обучить ML-модель прогноза 1ПМ (LightGBM → ONNX)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5074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протокол синхронизации (побеждает последняя запись)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72200" y="5074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0" y="5074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функциональное и интеграционное тестирование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2026-05-29T03:33:25Z</dcterms:created>
  <dcterms:modified xsi:type="dcterms:W3CDTF">2026-05-29T03:33:25Z</dcterms:modified>
</cp:coreProperties>
</file>