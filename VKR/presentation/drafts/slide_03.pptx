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Цель работы — разработать кроссплатформенное приложение для учёта силовых тренировок с локальным прогнозом одноповторного максимума, планировщиком нагрузки и облачной синхронизацией. Для её достижения я поставил шесть задач: проанализировать аналоги, спроектировать архитектуру и базу данных, реализовать клиентское приложение, обучить ML-модель и перевести её в формат ONNX, реализовать протокол синхронизации, и провести тестирование. Дальше покажу, что получилось по каждому направлению.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Цель и задачи работы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CADCFC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17320"/>
            <a:ext cx="10515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РАБОТЫ.  </a:t>
            </a:r>
            <a:pPr indent="0" marL="0">
              <a:buNone/>
            </a:pPr>
            <a:r>
              <a:rPr lang="en-US" sz="1600" dirty="0">
                <a:solidFill>
                  <a:srgbClr val="44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Разработка кроссплатформенного приложения для учёта силовых тренировок с локальным ML-прогнозированием 1ПМ, планировщиком нагрузки и облачной синхронизацией.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78892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788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234440" y="278892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4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Проанализировать предметную область и аналоги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172200" y="278892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6172200" y="2788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858000" y="278892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4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Спроектировать архитектуру клиента и сервера, базу данных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931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234440" y="393192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4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Реализовать клиент: дневник, шаблоны, статистику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172200" y="393192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172200" y="3931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858000" y="393192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4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Обучить ML-модель прогноза 1ПМ (LightGBM → ONNX)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48640" y="507492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074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234440" y="507492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4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Реализовать протокол синхронизации (побеждает последняя запись)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6172200" y="507492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6172200" y="5074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58000" y="507492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4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Провести функциональное и интеграционное тестирование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2026-05-29T00:52:48Z</dcterms:created>
  <dcterms:modified xsi:type="dcterms:W3CDTF">2026-05-29T00:52:48Z</dcterms:modified>
</cp:coreProperties>
</file>