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Силовой тренинг — массовое занятие, и тем, кто тренируется, важно отслеживать прогресс и грамотно планировать веса. Я проанализировал популярные приложения — Strong, Hevy, FitNotes, Jefit — и увидел, что каждое закрывает лишь часть задач: где-то нет локального машинного обучения, где-то нет полноценной автономной работы, где-то функции спрятаны за подпиской. Ниша FitApp — объединить автономную работу, локальный прогноз без подписки, планировщик нагрузки, поддержку и Android, и Windows, и синхронизацию между устройствами.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Актуальность темы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6400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Силовой тренинг — массовая практика, требующая систематического учёта нагрузки.</a:t>
            </a:r>
            <a:endParaRPr lang="en-US" sz="17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задачи занимающегося — отслеживание прогресса 1ПМ и планирование рабочих весов.</a:t>
            </a:r>
            <a:endParaRPr lang="en-US" sz="17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Существующие приложения (Strong, Hevy, FitNotes, Jefit) закрывают лишь часть задач: либо без локального ML, либо без автономного режима, либо по подписке.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315200" y="1463040"/>
            <a:ext cx="4297680" cy="4206240"/>
          </a:xfrm>
          <a:prstGeom prst="roundRect">
            <a:avLst>
              <a:gd name="adj" fmla="val 2609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0" y="164592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НИША FITAPP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589520" y="2240280"/>
            <a:ext cx="37490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Автономная работа (приоритет локальных данных)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Локальный ML-прогноз 1ПМ без подписки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Планировщик нагрузки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+ Windows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Синхронизация устройств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2026-05-29T00:52:48Z</dcterms:created>
  <dcterms:modified xsi:type="dcterms:W3CDTF">2026-05-29T00:52:48Z</dcterms:modified>
</cp:coreProperties>
</file>