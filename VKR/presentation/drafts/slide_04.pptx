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Сравнение по ключевым критериям свёл в таблицу. Главное отличие FitApp — это единственное решение с поддержкой Windows и единственное с локальным прогнозом одноповторного максимума. Автономную работу и RPE поддерживают и некоторые аналоги, но планировщик нагрузки либо платный, либо отсутствует. Вывод: FitApp объединяет все ключевые функции в одном бесплатном продукте с открытым исходным кодом.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Сравнительный анализ аналогов</a:t>
            </a:r>
            <a:endParaRPr lang="en-US" sz="34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645920"/>
                <a:gridCol w="1645920"/>
                <a:gridCol w="1645920"/>
                <a:gridCol w="1645920"/>
                <a:gridCol w="164592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Критерий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Hevy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FitNotes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Jefit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FitApp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4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Поддержка Windows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4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4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4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4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4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Автономная работа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4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4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4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4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4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Поддержка RPE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4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частично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4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4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4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4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ML-прогноз 1ПМ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4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4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4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4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4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Планировщик нагрузки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4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платно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4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4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4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4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Облачная синхронизация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4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iCloud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4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4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4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4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Монетизация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4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усл.-беспл.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4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усл.-беспл.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4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беспл.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4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усл.-беспл.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Source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54864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FitApp — единственное решение, объединяющее все ключевые функции в одном бесплатном продукте с открытым исходным кодом.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FitApp · ВКР · МТУСИ, 2026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2026-05-29T00:52:48Z</dcterms:created>
  <dcterms:modified xsi:type="dcterms:W3CDTF">2026-05-29T00:52:48Z</dcterms:modified>
</cp:coreProperties>
</file>