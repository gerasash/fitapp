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45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65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обучения модели я сгенерировал реалистичный набор данных: более 760 тысяч подходов по 500 виртуальным спортсменам, из которых сформировано около 113 тысяч обучающих пар «вход — целевое значение». Целевое значение — одноповторный максимум через 28 дней. Модель использует 30 признаков в четырёх группах: история (лаги одноповторного максимума, тренд, исторический пик и просадка от него) — самая важная группа из 14 признаков; параметры текущей тренировки; профиль спортсмена; и характеристики упражнения. Важная особенность: данные моделируют не только рост силы, но и спады — травмы и длительные паузы с последующим восстановлением, поэтому модель учится прогнозировать возврат к прежнему уровню.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ML-модуль: набор данных и признаки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762 318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тренировочных подхода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4251960" y="14630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5196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спортсменов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55280" y="137160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113 434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95528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обучающих пар (X → y)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ПРИЗНАКОВ · 4 ГРУППЫ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EAF0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548640" y="38221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5800" y="43434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7548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лаги 1ПМ, тренд, пик и просадка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37560" y="37490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EAF0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3337560" y="38221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474720" y="43434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тренировка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74720" y="47548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топ-вес, повторы, RPE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7490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EAF0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6126480" y="38221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63640" y="43434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63640" y="47548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вес, возраст, пол, стаж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15400" y="37490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EAF0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8915400" y="38221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052560" y="43434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Упражнение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052560" y="47548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оборудование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моделируют не только рост, но и травмы, паузы и восстановление — модель учится прогнозировать возврат к прежнему уровню, а не застой.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209</Words>
  <Application>Microsoft Office PowerPoint</Application>
  <PresentationFormat>Широкоэкранный</PresentationFormat>
  <Paragraphs>25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Александр Герасимов</cp:lastModifiedBy>
  <cp:revision>1</cp:revision>
  <dcterms:created xsi:type="dcterms:W3CDTF">2026-05-29T03:33:25Z</dcterms:created>
  <dcterms:modified xsi:type="dcterms:W3CDTF">2026-05-29T04:31:43Z</dcterms:modified>
</cp:coreProperties>
</file>