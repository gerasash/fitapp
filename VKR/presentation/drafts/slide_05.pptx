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Система состоит из двух частей. Клиент на .NET MAUI 9 построен по паттерну MVVM и работает по принципу приоритета локальных данных: все операции идут через локальную базу SQLite, рядом лежит ONNX-модель и защищённое хранилище токена. Сервисный слой — это прогноз на ONNX, планировщик, синхронизация и клиент аутентификации. Сервер — минимальный REST API на ASP.NET Core 9 с тремя конечными точками: регистрация, вход и синхронизация. Пароли хранятся хешами BCrypt, доступ — по JWT-токену. Постоянное хранилище — PostgreSQL на платформе Neon. Связь — по HTTPS с токеном в заголовке.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Архитектура системы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120640" cy="4480560"/>
          </a:xfrm>
          <a:prstGeom prst="roundRect">
            <a:avLst>
              <a:gd name="adj" fmla="val 2041"/>
            </a:avLst>
          </a:prstGeom>
          <a:solidFill>
            <a:srgbClr val="EAF0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4630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КЛИЕНТ · .NET MAUI 9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" y="2011680"/>
            <a:ext cx="466344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44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MVVM: Views · ViewModels · Models
</a:t>
            </a:r>
            <a:pPr indent="0" marL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44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Сервисный слой:
</a:t>
            </a:r>
            <a:pPr indent="0" marL="0">
              <a:lnSpc>
                <a:spcPct val="104000"/>
              </a:lnSpc>
              <a:spcAft>
                <a:spcPts val="600"/>
              </a:spcAft>
              <a:buNone/>
            </a:pPr>
            <a:r>
              <a:rPr lang="en-US" sz="1350" dirty="0">
                <a:solidFill>
                  <a:srgbClr val="44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OnnxPredictionService · WorkoutPlannerService
SyncService · AuthClient
</a:t>
            </a:r>
            <a:pPr indent="0" marL="0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44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Локальное хранилище:
</a:t>
            </a:r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44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· ONNX-модель (1,5 МБ) · SecureStorage (JWT)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715000" y="310896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Bearer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715000" y="3749040"/>
            <a:ext cx="868680" cy="365760"/>
          </a:xfrm>
          <a:prstGeom prst="rightArrow">
            <a:avLst/>
          </a:prstGeom>
          <a:solidFill>
            <a:srgbClr val="F96167"/>
          </a:solidFill>
          <a:ln/>
        </p:spPr>
      </p:sp>
      <p:sp>
        <p:nvSpPr>
          <p:cNvPr id="8" name="Shape 6"/>
          <p:cNvSpPr/>
          <p:nvPr/>
        </p:nvSpPr>
        <p:spPr>
          <a:xfrm>
            <a:off x="6675120" y="1371600"/>
            <a:ext cx="4937760" cy="4480560"/>
          </a:xfrm>
          <a:prstGeom prst="roundRect">
            <a:avLst>
              <a:gd name="adj" fmla="val 2041"/>
            </a:avLst>
          </a:prstGeom>
          <a:solidFill>
            <a:srgbClr val="1E2761"/>
          </a:solidFill>
          <a:ln/>
        </p:spPr>
      </p:sp>
      <p:sp>
        <p:nvSpPr>
          <p:cNvPr id="9" name="Text 7"/>
          <p:cNvSpPr/>
          <p:nvPr/>
        </p:nvSpPr>
        <p:spPr>
          <a:xfrm>
            <a:off x="6675120" y="14630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СЕРВЕР · ASP.NET Core 9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903720" y="2011680"/>
            <a:ext cx="44805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spcAft>
                <a:spcPts val="800"/>
              </a:spcAft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/auth/register
POST /auth/login
POST /sync  [Bearer JWT]
</a:t>
            </a:r>
            <a:pPr indent="0" marL="0">
              <a:lnSpc>
                <a:spcPct val="104000"/>
              </a:lnSpc>
              <a:spcAft>
                <a:spcPts val="800"/>
              </a:spcAft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· JWT HS256 · срок 30 дней
</a:t>
            </a:r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/ Neon</a:t>
            </a:r>
            <a:endParaRPr lang="en-US" sz="13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serverless, 512 МБ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FitApp · ВКР · МТУСИ, 2026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69848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2026-05-29T03:33:25Z</dcterms:created>
  <dcterms:modified xsi:type="dcterms:W3CDTF">2026-05-29T03:33:25Z</dcterms:modified>
</cp:coreProperties>
</file>