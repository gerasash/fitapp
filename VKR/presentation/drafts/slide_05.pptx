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Система состоит из двух частей. Клиент на .NET MAUI 9 построен по паттерну MVVM и работает по принципу приоритета локальных данных: все операции идут через локальную базу SQLite, рядом лежит ONNX-модель и защищённое хранилище токена. Сервисный слой — это прогноз на ONNX, планировщик, синхронизация и клиент аутентификации. Сервер — минимальный REST API на ASP.NET Core 9 с тремя конечными точками: регистрация, вход и синхронизация. Пароли хранятся хешами BCrypt, доступ — по JWT-токену. Постоянное хранилище — PostgreSQL на платформе Neon. Связь — по HTTPS с токеном в заголовке.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Архитектура системы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EAF0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КЛИЕНТ · .NET MAUI 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MVVM: Views · ViewModels · Models
</a:t>
            </a:r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Сервисный слой:
</a:t>
            </a:r>
            <a:pPr indent="0" marL="0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OnnxPredictionService · WorkoutPlannerService
SyncService · AuthClient
</a:t>
            </a:r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Локальное хранилище:
</a:t>
            </a:r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ONNX-модель (1,5 МБ) · SecureStorage (JWT)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0" y="31089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715000" y="3749040"/>
            <a:ext cx="868680" cy="36576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6675120" y="1371600"/>
            <a:ext cx="4937760" cy="4480560"/>
          </a:xfrm>
          <a:prstGeom prst="roundRect">
            <a:avLst>
              <a:gd name="adj" fmla="val 2041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463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СЕРВЕР · ASP.NET Core 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03720" y="2011680"/>
            <a:ext cx="44805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/auth/register
POST /auth/login
POST /sync  [Bearer JWT]
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· JWT HS256 · срок 30 дней
</a:t>
            </a:r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Neon</a:t>
            </a:r>
            <a:endParaRPr lang="en-US" sz="13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512 МБ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FitApp · ВКР · МТУСИ,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2026-05-29T00:52:48Z</dcterms:created>
  <dcterms:modified xsi:type="dcterms:W3CDTF">2026-05-29T00:52:48Z</dcterms:modified>
</cp:coreProperties>
</file>