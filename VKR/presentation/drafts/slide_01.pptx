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Здравствуйте, уважаемые члены комиссии. Тема моей работы — разработка кроссплатформенного приложения для отслеживания силовых тренировок с локальной моделью машинного обучения для прогнозирования одноповторного максимума и облачной синхронизацией. Научный руководитель — доцент Карташов Дмитрий Александрович.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МОСКОВСКИЙ ТЕХНИЧЕСКИЙ УНИВЕРСИТЕТ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СВЯЗИ И ИНФОРМАТИКИ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Выпускная квалификационная работа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Разработка кроссплатформенного приложения</a:t>
            </a:r>
            <a:endParaRPr lang="en-US" sz="2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для отслеживания силовых тренировок с локальной</a:t>
            </a:r>
            <a:endParaRPr lang="en-US" sz="2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ML-моделью прогнозирования 1ПМ и облачной синхронизацией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Студент: Герасимов Александр Евгеньевич   ·   Группа: БЭИ2202
</a:t>
            </a:r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Научный руководитель: доцент к.т.н. Карташов Д. А.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Москва ·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FitApp · ВКР · МТУСИ,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2026-05-29T00:52:48Z</dcterms:created>
  <dcterms:modified xsi:type="dcterms:W3CDTF">2026-05-29T00:52:48Z</dcterms:modified>
</cp:coreProperties>
</file>