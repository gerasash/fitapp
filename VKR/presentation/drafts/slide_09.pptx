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Синхронизация двунаправленная и запускается по явному действию пользователя. Один цикл устроен так: клиент отправляет на сервер пакет своих изменений и метку времени последней синхронизации; сервер применяет их по стратегии «побеждает последняя запись» — выигрывает запись с более поздней меткой времени, поэтому порядок устройств не важен; транзакция фиксируется; и в ответе клиент получает изменения с сервера и его текущее время. Чтобы записи не сталкивались между устройствами, каждая сущность имеет глобальный идентификатор GUID, а удаление сделано мягким — через флаг, который тоже корректно распространяется.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Облачная синхронизация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EAF0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
</a:t>
            </a:r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MAUI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069080" y="1783080"/>
            <a:ext cx="347472" cy="274320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6" name="Shape 4"/>
          <p:cNvSpPr/>
          <p:nvPr/>
        </p:nvSpPr>
        <p:spPr>
          <a:xfrm>
            <a:off x="4434840" y="137160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13716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
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55280" y="1783080"/>
            <a:ext cx="347472" cy="274320"/>
          </a:xfrm>
          <a:prstGeom prst="rightArrow">
            <a:avLst/>
          </a:prstGeom>
          <a:solidFill>
            <a:srgbClr val="F96167"/>
          </a:solidFill>
          <a:ln/>
        </p:spPr>
      </p:sp>
      <p:sp>
        <p:nvSpPr>
          <p:cNvPr id="9" name="Shape 7"/>
          <p:cNvSpPr/>
          <p:nvPr/>
        </p:nvSpPr>
        <p:spPr>
          <a:xfrm>
            <a:off x="8321040" y="1371600"/>
            <a:ext cx="3474720" cy="1097280"/>
          </a:xfrm>
          <a:prstGeom prst="roundRect">
            <a:avLst>
              <a:gd name="adj" fmla="val 8333"/>
            </a:avLst>
          </a:prstGeom>
          <a:solidFill>
            <a:srgbClr val="EAF0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0" y="13716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
</a:t>
            </a:r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926080"/>
            <a:ext cx="110642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отправляет POST /sync: пакет исходящих изменений и метку последней синхронизации.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 применяет вставку-или-обновление по стратегии «побеждает последняя запись» — по метке времени UpdatedAt.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Транзакция фиксируется (COMMIT).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44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ответе клиент получает пакет входящих изменений и текущее время сервера.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44068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4406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Глобальные идентификаторы (SyncId, GUID) и мягкое удаление (IsDeleted) обеспечивают корректное слияние данных без коллизий между устройствами.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FitApp · ВКР · МТУСИ,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69848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2026-05-29T03:33:25Z</dcterms:created>
  <dcterms:modified xsi:type="dcterms:W3CDTF">2026-05-29T03:33:25Z</dcterms:modified>
</cp:coreProperties>
</file>